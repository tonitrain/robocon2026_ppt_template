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2c2566168e4e2e" /><Relationship Type="http://schemas.openxmlformats.org/officeDocument/2006/relationships/extended-properties" Target="/docProps/app.xml" Id="R652261931c5e4c16" /><Relationship Type="http://schemas.openxmlformats.org/officeDocument/2006/relationships/officeDocument" Target="/ppt/presentation.xml" Id="Rfe019365032045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e685b2dc04ed9"/>
    <p:sldMasterId xmlns:r="http://schemas.openxmlformats.org/officeDocument/2006/relationships" id="2147483650" r:id="Radde9d007bb34cb9"/>
    <p:sldMasterId xmlns:r="http://schemas.openxmlformats.org/officeDocument/2006/relationships" id="2147483651" r:id="Rc67f06c7ecbc4730"/>
    <p:sldMasterId xmlns:r="http://schemas.openxmlformats.org/officeDocument/2006/relationships" id="2147483654" r:id="R23bb7fb932fc445d"/>
    <p:sldMasterId xmlns:r="http://schemas.openxmlformats.org/officeDocument/2006/relationships" id="2147483657" r:id="R2e9c57fcfb8e4873"/>
    <p:sldMasterId xmlns:r="http://schemas.openxmlformats.org/officeDocument/2006/relationships" id="2147483663" r:id="Rf606bcfa271d4716"/>
    <p:sldMasterId xmlns:r="http://schemas.openxmlformats.org/officeDocument/2006/relationships" id="2147483667" r:id="Rd1188d3e58ae4b30"/>
  </p:sldMasterIdLst>
  <p:notesMasterIdLst>
    <p:notesMasterId xmlns:r="http://schemas.openxmlformats.org/officeDocument/2006/relationships" r:id="Rd7758464b8024b51"/>
  </p:notesMasterIdLst>
  <p:sldIdLst>
    <p:sldId xmlns:r="http://schemas.openxmlformats.org/officeDocument/2006/relationships" id="256" r:id="R5081a9e54d1e47de"/>
    <p:sldId xmlns:r="http://schemas.openxmlformats.org/officeDocument/2006/relationships" id="257" r:id="Re95a3f8dd61349ca"/>
    <p:sldId xmlns:r="http://schemas.openxmlformats.org/officeDocument/2006/relationships" id="258" r:id="R460ce6d4670f4ada"/>
    <p:sldId xmlns:r="http://schemas.openxmlformats.org/officeDocument/2006/relationships" id="259" r:id="R12790736aceb4bdf"/>
    <p:sldId xmlns:r="http://schemas.openxmlformats.org/officeDocument/2006/relationships" id="260" r:id="R3ae34436b3354485"/>
    <p:sldId xmlns:r="http://schemas.openxmlformats.org/officeDocument/2006/relationships" id="261" r:id="R7eb3be1fd62a4478"/>
    <p:sldId xmlns:r="http://schemas.openxmlformats.org/officeDocument/2006/relationships" id="262" r:id="R35a5e05491f64129"/>
    <p:sldId xmlns:r="http://schemas.openxmlformats.org/officeDocument/2006/relationships" id="263" r:id="Rf3995697d2e949d3"/>
    <p:sldId xmlns:r="http://schemas.openxmlformats.org/officeDocument/2006/relationships" id="264" r:id="R7d81c656836a4969"/>
    <p:sldId xmlns:r="http://schemas.openxmlformats.org/officeDocument/2006/relationships" id="265" r:id="Rdb7e8c5179f245f1"/>
    <p:sldId xmlns:r="http://schemas.openxmlformats.org/officeDocument/2006/relationships" id="266" r:id="R205bf50f24854657"/>
    <p:sldId xmlns:r="http://schemas.openxmlformats.org/officeDocument/2006/relationships" id="267" r:id="Rb63a3a08de5843f4"/>
    <p:sldId xmlns:r="http://schemas.openxmlformats.org/officeDocument/2006/relationships" id="268" r:id="Rcc2143bb00a7440a"/>
    <p:sldId xmlns:r="http://schemas.openxmlformats.org/officeDocument/2006/relationships" id="269" r:id="Rd3f6c826e89b40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7a1db269b94eb0" /><Relationship Type="http://schemas.openxmlformats.org/officeDocument/2006/relationships/slideMaster" Target="/ppt/slideMasters/slideMaster1.xml" Id="R8fee685b2dc04ed9" /><Relationship Type="http://schemas.openxmlformats.org/officeDocument/2006/relationships/slideMaster" Target="/ppt/slideMasters/slideMaster2.xml" Id="Radde9d007bb34cb9" /><Relationship Type="http://schemas.openxmlformats.org/officeDocument/2006/relationships/slideMaster" Target="/ppt/slideMasters/slideMaster3.xml" Id="Rc67f06c7ecbc4730" /><Relationship Type="http://schemas.openxmlformats.org/officeDocument/2006/relationships/slideMaster" Target="/ppt/slideMasters/slideMaster4.xml" Id="R23bb7fb932fc445d" /><Relationship Type="http://schemas.openxmlformats.org/officeDocument/2006/relationships/slideMaster" Target="/ppt/slideMasters/slideMaster5.xml" Id="R2e9c57fcfb8e4873" /><Relationship Type="http://schemas.openxmlformats.org/officeDocument/2006/relationships/slideMaster" Target="/ppt/slideMasters/slideMaster6.xml" Id="Rf606bcfa271d4716" /><Relationship Type="http://schemas.openxmlformats.org/officeDocument/2006/relationships/slideMaster" Target="/ppt/slideMasters/slideMaster7.xml" Id="Rd1188d3e58ae4b30" /><Relationship Type="http://schemas.openxmlformats.org/officeDocument/2006/relationships/notesMaster" Target="/ppt/notesMasters/notesMaster1.xml" Id="Rd7758464b8024b51" /><Relationship Type="http://schemas.openxmlformats.org/officeDocument/2006/relationships/presProps" Target="/ppt/presProps.xml" Id="Rb9d1148d8fa245d5" /><Relationship Type="http://schemas.openxmlformats.org/officeDocument/2006/relationships/tableStyles" Target="/ppt/tableStyles.xml" Id="Rf9df5e2e1c3f4e58" /><Relationship Type="http://schemas.openxmlformats.org/officeDocument/2006/relationships/slide" Target="/ppt/slides/slide1.xml" Id="R5081a9e54d1e47de" /><Relationship Type="http://schemas.openxmlformats.org/officeDocument/2006/relationships/slide" Target="/ppt/slides/slide2.xml" Id="Re95a3f8dd61349ca" /><Relationship Type="http://schemas.openxmlformats.org/officeDocument/2006/relationships/slide" Target="/ppt/slides/slide3.xml" Id="R460ce6d4670f4ada" /><Relationship Type="http://schemas.openxmlformats.org/officeDocument/2006/relationships/slide" Target="/ppt/slides/slide4.xml" Id="R12790736aceb4bdf" /><Relationship Type="http://schemas.openxmlformats.org/officeDocument/2006/relationships/slide" Target="/ppt/slides/slide5.xml" Id="R3ae34436b3354485" /><Relationship Type="http://schemas.openxmlformats.org/officeDocument/2006/relationships/slide" Target="/ppt/slides/slide6.xml" Id="R7eb3be1fd62a4478" /><Relationship Type="http://schemas.openxmlformats.org/officeDocument/2006/relationships/slide" Target="/ppt/slides/slide7.xml" Id="R35a5e05491f64129" /><Relationship Type="http://schemas.openxmlformats.org/officeDocument/2006/relationships/slide" Target="/ppt/slides/slide8.xml" Id="Rf3995697d2e949d3" /><Relationship Type="http://schemas.openxmlformats.org/officeDocument/2006/relationships/slide" Target="/ppt/slides/slide9.xml" Id="R7d81c656836a4969" /><Relationship Type="http://schemas.openxmlformats.org/officeDocument/2006/relationships/slide" Target="/ppt/slides/slide10.xml" Id="Rdb7e8c5179f245f1" /><Relationship Type="http://schemas.openxmlformats.org/officeDocument/2006/relationships/slide" Target="/ppt/slides/slide11.xml" Id="R205bf50f24854657" /><Relationship Type="http://schemas.openxmlformats.org/officeDocument/2006/relationships/slide" Target="/ppt/slides/slide12.xml" Id="Rb63a3a08de5843f4" /><Relationship Type="http://schemas.openxmlformats.org/officeDocument/2006/relationships/slide" Target="/ppt/slides/slide13.xml" Id="Rcc2143bb00a7440a" /><Relationship Type="http://schemas.openxmlformats.org/officeDocument/2006/relationships/slide" Target="/ppt/slides/slide14.xml" Id="Rd3f6c826e89b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3eab337116c2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15a1fe469c4d54" /><Relationship Type="http://schemas.openxmlformats.org/officeDocument/2006/relationships/notesMaster" Target="/ppt/notesMasters/notesMaster1.xml" Id="R281712af0901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60c966184f497c" /><Relationship Type="http://schemas.openxmlformats.org/officeDocument/2006/relationships/notesMaster" Target="/ppt/notesMasters/notesMaster1.xml" Id="Re82549c178d6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4c18a8ed9d45e6" /><Relationship Type="http://schemas.openxmlformats.org/officeDocument/2006/relationships/notesMaster" Target="/ppt/notesMasters/notesMaster1.xml" Id="R5b86745c6c8e45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96cf6f29d4c2f" /><Relationship Type="http://schemas.openxmlformats.org/officeDocument/2006/relationships/notesMaster" Target="/ppt/notesMasters/notesMaster1.xml" Id="Re19bff252ca340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c0384fb6394d68" /><Relationship Type="http://schemas.openxmlformats.org/officeDocument/2006/relationships/notesMaster" Target="/ppt/notesMasters/notesMaster1.xml" Id="R0ea6b45839d4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b292a03b1417e" /><Relationship Type="http://schemas.openxmlformats.org/officeDocument/2006/relationships/notesMaster" Target="/ppt/notesMasters/notesMaster1.xml" Id="R92d22961567d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49e74be64e4d00" /><Relationship Type="http://schemas.openxmlformats.org/officeDocument/2006/relationships/notesMaster" Target="/ppt/notesMasters/notesMaster1.xml" Id="Re9e99d3c0a74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e0de9f49a84827" /><Relationship Type="http://schemas.openxmlformats.org/officeDocument/2006/relationships/notesMaster" Target="/ppt/notesMasters/notesMaster1.xml" Id="Re0bc5ac44dce49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faeecf51b54e47" /><Relationship Type="http://schemas.openxmlformats.org/officeDocument/2006/relationships/notesMaster" Target="/ppt/notesMasters/notesMaster1.xml" Id="Rd99b27d24b1947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33dc96db624b7d" /><Relationship Type="http://schemas.openxmlformats.org/officeDocument/2006/relationships/notesMaster" Target="/ppt/notesMasters/notesMaster1.xml" Id="R6fd705fa95ce43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5a7272fbc045fe" /><Relationship Type="http://schemas.openxmlformats.org/officeDocument/2006/relationships/notesMaster" Target="/ppt/notesMasters/notesMaster1.xml" Id="R70e293bdc71541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0096d99fb4e12" /><Relationship Type="http://schemas.openxmlformats.org/officeDocument/2006/relationships/notesMaster" Target="/ppt/notesMasters/notesMaster1.xml" Id="Refe9a10826de40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91edaa0eb1451e" /><Relationship Type="http://schemas.openxmlformats.org/officeDocument/2006/relationships/notesMaster" Target="/ppt/notesMasters/notesMaster1.xml" Id="Rb24285fa882c44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abc83e57d3426d" /><Relationship Type="http://schemas.openxmlformats.org/officeDocument/2006/relationships/notesMaster" Target="/ppt/notesMasters/notesMaster1.xml" Id="Rd39e0f100bac42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数据为示例，请替换为真实测试值。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数据为示例，请替换为真实测试值。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第二版：增加参考图案和有色底面，保留第一版的14种内容用途。文字、表格和图表可编辑。复制示例页可完整复用图表与表格；通过“版式”可复用标题与正文位置。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第一版为本会话创建的 ROBOCON_清简风格模板.pptx。</a:t>
            </a:r>
          </a:p>
          <a:p xmlns:a="http://schemas.openxmlformats.org/drawingml/2006/main">
            <a:r>
              <a:t>图案由用户提供的四张参考图裁切：ABUIABAEGAAgiOjNzQYo8I_9sgQwgA84oQY.png.webp（齿轮、排球、机器人、同心圆、球网）；ABUIABAEGAAghrPJzQYokJLKtAcwgA84oAY.png.webp（建筑、棋盘格）；ABUIABAEGAAg0_PJzQYor96kAzDsCjjXBA.png.webp（渐变与几何背景）；ABUIABAEGAAg6-m9wgYomLHGmgEw9SA4lxc.png.webp（多彩圆弧参考）。</a:t>
            </a:r>
          </a:p>
          <a:p xmlns:a="http://schemas.openxmlformats.org/drawingml/2006/main">
            <a:r>
              <a:t>数据均为排版示例，并非真实测试结果。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aa3deebd946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1c1c68b85f948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4d0a91d8ec042f8" /><Relationship Type="http://schemas.openxmlformats.org/officeDocument/2006/relationships/image" Target="/ppt/media/image7.png" Id="Re55ea9fc57e844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622651ace19e48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b28f0e2166f4d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1c48ed389f314b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fa62d29bc3f04a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852402c72a647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63c4f94879e48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a6cbb2b3a82b43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58c534497194e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4190756e1c94d48" /><Relationship Type="http://schemas.openxmlformats.org/officeDocument/2006/relationships/image" Target="/ppt/media/image8.png" Id="R3b44591f228d4f3d" /><Relationship Type="http://schemas.openxmlformats.org/officeDocument/2006/relationships/image" Target="/ppt/media/image9.png" Id="R3aff738ecfd14123" /><Relationship Type="http://schemas.openxmlformats.org/officeDocument/2006/relationships/image" Target="/ppt/media/image10.png" Id="Rfa1d300ed8f04954" /><Relationship Type="http://schemas.openxmlformats.org/officeDocument/2006/relationships/image" Target="/ppt/media/image11.png" Id="R04a3d72a1fc446e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d65a99eb242485e" /><Relationship Type="http://schemas.openxmlformats.org/officeDocument/2006/relationships/image" Target="/ppt/media/image12.png" Id="R099406d734864269" /><Relationship Type="http://schemas.openxmlformats.org/officeDocument/2006/relationships/image" Target="/ppt/media/image13.png" Id="Re7d28e8d38fe4b9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92cdc55f8644793" /><Relationship Type="http://schemas.openxmlformats.org/officeDocument/2006/relationships/image" Target="/ppt/media/image14.png" Id="Rbce008029d614f1a" /><Relationship Type="http://schemas.openxmlformats.org/officeDocument/2006/relationships/image" Target="/ppt/media/image15.png" Id="Rb44aa213ef04485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14f68a0c47d4cc0" /><Relationship Type="http://schemas.openxmlformats.org/officeDocument/2006/relationships/image" Target="/ppt/media/image16.png" Id="Rf76c9a0d0bc04bba" /><Relationship Type="http://schemas.openxmlformats.org/officeDocument/2006/relationships/image" Target="/ppt/media/image17.png" Id="R91a7e88d9eac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4 项目概述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概述左侧底色">
            <a:extLst xmlns:a="http://schemas.openxmlformats.org/drawingml/2006/main">
              <a:ext uri="{FF2B5EF4-FFF2-40B4-BE49-F238E27FC236}">
                <a16:creationId xmlns:a16="http://schemas.microsoft.com/office/drawing/2014/main" id="{640B1339-D8B9-42C6-A8E7-C3C30DDC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6134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DE2"/>
          </a:solidFill>
          <a:ln xmlns:a="http://schemas.openxmlformats.org/drawingml/2006/main" w="0">
            <a:noFill/>
          </a:ln>
        </p:spPr>
      </p:sp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A5E77E-7306-43C9-9ABB-722DC9D4D6E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3" name="分隔线">
            <a:extLst xmlns:a="http://schemas.openxmlformats.org/drawingml/2006/main">
              <a:ext uri="{FF2B5EF4-FFF2-40B4-BE49-F238E27FC236}">
                <a16:creationId xmlns:a16="http://schemas.microsoft.com/office/drawing/2014/main" id="{6C377993-D063-4939-9180-40CAEED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4" name="核心陈述">
            <a:extLst xmlns:a="http://schemas.openxmlformats.org/drawingml/2006/main">
              <a:ext uri="{FF2B5EF4-FFF2-40B4-BE49-F238E27FC236}">
                <a16:creationId xmlns:a16="http://schemas.microsoft.com/office/drawing/2014/main" id="{CB75220D-60E5-4E0D-8510-1F4734FD7F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2562225"/>
            <a:ext cx="5095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用一句话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说明项目价值</a:t>
            </a:r>
          </a:p>
        </p:txBody>
      </p:sp>
      <p:sp>
        <p:nvSpPr>
          <p:cNvPr id="5" name="项目简介">
            <a:extLst xmlns:a="http://schemas.openxmlformats.org/drawingml/2006/main">
              <a:ext uri="{FF2B5EF4-FFF2-40B4-BE49-F238E27FC236}">
                <a16:creationId xmlns:a16="http://schemas.microsoft.com/office/drawing/2014/main" id="{67C1149A-3394-4BCE-8176-356AFCF5FA0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23900" y="44577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在此简要描述项目的应用场景、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服务对象与预期价值。</a:t>
            </a:r>
          </a:p>
        </p:txBody>
      </p:sp>
      <p:sp>
        <p:nvSpPr>
          <p:cNvPr id="6" name="项目序号0">
            <a:extLst xmlns:a="http://schemas.openxmlformats.org/drawingml/2006/main">
              <a:ext uri="{FF2B5EF4-FFF2-40B4-BE49-F238E27FC236}">
                <a16:creationId xmlns:a16="http://schemas.microsoft.com/office/drawing/2014/main" id="{F7D68663-8E44-4ADF-B4F4-A4643B29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项目子标题0">
            <a:extLst xmlns:a="http://schemas.openxmlformats.org/drawingml/2006/main">
              <a:ext uri="{FF2B5EF4-FFF2-40B4-BE49-F238E27FC236}">
                <a16:creationId xmlns:a16="http://schemas.microsoft.com/office/drawing/2014/main" id="{4A64528C-FAC5-4504-BB1A-74E9711D9F2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372350" y="22574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8" name="项目内容0">
            <a:extLst xmlns:a="http://schemas.openxmlformats.org/drawingml/2006/main">
              <a:ext uri="{FF2B5EF4-FFF2-40B4-BE49-F238E27FC236}">
                <a16:creationId xmlns:a16="http://schemas.microsoft.com/office/drawing/2014/main" id="{01C3CDFC-6DCE-4830-8A4C-18930F5B0A7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372350" y="27241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说明当前场景与已有条件。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F6E7A847-F7C3-4601-B144-618A01D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0" name="项目序号1">
            <a:extLst xmlns:a="http://schemas.openxmlformats.org/drawingml/2006/main">
              <a:ext uri="{FF2B5EF4-FFF2-40B4-BE49-F238E27FC236}">
                <a16:creationId xmlns:a16="http://schemas.microsoft.com/office/drawing/2014/main" id="{305B0357-2C82-4E2C-9329-DEDF562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项目子标题1">
            <a:extLst xmlns:a="http://schemas.openxmlformats.org/drawingml/2006/main">
              <a:ext uri="{FF2B5EF4-FFF2-40B4-BE49-F238E27FC236}">
                <a16:creationId xmlns:a16="http://schemas.microsoft.com/office/drawing/2014/main" id="{0C3CD12F-1391-4D1D-8303-63ACCA588C3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372350" y="34290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关键问题</a:t>
            </a:r>
          </a:p>
        </p:txBody>
      </p:sp>
      <p:sp>
        <p:nvSpPr>
          <p:cNvPr id="12" name="项目内容1">
            <a:extLst xmlns:a="http://schemas.openxmlformats.org/drawingml/2006/main">
              <a:ext uri="{FF2B5EF4-FFF2-40B4-BE49-F238E27FC236}">
                <a16:creationId xmlns:a16="http://schemas.microsoft.com/office/drawing/2014/main" id="{F892BB37-7DC5-4B7B-BC3A-816F28283B1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372350" y="38957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描述需要解决的核心问题。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13B41324-81EB-4AC9-BA1A-B71FB92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14" name="项目序号2">
            <a:extLst xmlns:a="http://schemas.openxmlformats.org/drawingml/2006/main">
              <a:ext uri="{FF2B5EF4-FFF2-40B4-BE49-F238E27FC236}">
                <a16:creationId xmlns:a16="http://schemas.microsoft.com/office/drawing/2014/main" id="{49399A4D-3EDD-45B6-876F-7893029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项目子标题2">
            <a:extLst xmlns:a="http://schemas.openxmlformats.org/drawingml/2006/main">
              <a:ext uri="{FF2B5EF4-FFF2-40B4-BE49-F238E27FC236}">
                <a16:creationId xmlns:a16="http://schemas.microsoft.com/office/drawing/2014/main" id="{CCE132BE-E34E-4AF6-9E8F-AD4713FCD71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372350" y="4600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6" name="项目内容2">
            <a:extLst xmlns:a="http://schemas.openxmlformats.org/drawingml/2006/main">
              <a:ext uri="{FF2B5EF4-FFF2-40B4-BE49-F238E27FC236}">
                <a16:creationId xmlns:a16="http://schemas.microsoft.com/office/drawing/2014/main" id="{435A71D7-DC10-405A-8793-9E23E7B8235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372350" y="50673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明确可衡量的目标与交付结果。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5 左图右文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98BEEE2-5414-4BBF-A5E1-C26B9F44B88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方案展示</a:t>
            </a:r>
          </a:p>
        </p:txBody>
      </p:sp>
      <p:sp>
        <p:nvSpPr>
          <p:cNvPr id="3" name="项目图片">
            <a:extLst xmlns:a="http://schemas.openxmlformats.org/drawingml/2006/main">
              <a:ext uri="{FF2B5EF4-FFF2-40B4-BE49-F238E27FC236}">
                <a16:creationId xmlns:a16="http://schemas.microsoft.com/office/drawing/2014/main" id="{32FA2FBA-E30A-47F2-A048-D09B4D0D46C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85800" y="2047875"/>
            <a:ext cx="6248400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46D7E"/>
                </a:solidFill>
                <a:latin typeface="Microsoft YaHei"/>
                <a:ea typeface="Microsoft YaHei"/>
                <a:cs typeface="Microsoft YaHei"/>
              </a:rPr>
              <a:t>项目图片 / 结构示意图</a:t>
            </a:r>
          </a:p>
        </p:txBody>
      </p:sp>
      <p:sp>
        <p:nvSpPr>
          <p:cNvPr id="4" name="图注">
            <a:extLst xmlns:a="http://schemas.openxmlformats.org/drawingml/2006/main">
              <a:ext uri="{FF2B5EF4-FFF2-40B4-BE49-F238E27FC236}">
                <a16:creationId xmlns:a16="http://schemas.microsoft.com/office/drawing/2014/main" id="{1871505B-56D5-4C1B-ABF6-1923F9375A2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5743575"/>
            <a:ext cx="624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图 01  ·  在此填写图片说明</a:t>
            </a:r>
          </a:p>
        </p:txBody>
      </p:sp>
      <p:sp>
        <p:nvSpPr>
          <p:cNvPr id="5" name="方案亮点">
            <a:extLst xmlns:a="http://schemas.openxmlformats.org/drawingml/2006/main">
              <a:ext uri="{FF2B5EF4-FFF2-40B4-BE49-F238E27FC236}">
                <a16:creationId xmlns:a16="http://schemas.microsoft.com/office/drawing/2014/main" id="{C73C8316-E853-4313-A21C-BBA551BB50B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524750" y="2276475"/>
            <a:ext cx="398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核心设计亮点</a:t>
            </a:r>
          </a:p>
        </p:txBody>
      </p:sp>
      <p:sp>
        <p:nvSpPr>
          <p:cNvPr id="6" name="方案描述">
            <a:extLst xmlns:a="http://schemas.openxmlformats.org/drawingml/2006/main">
              <a:ext uri="{FF2B5EF4-FFF2-40B4-BE49-F238E27FC236}">
                <a16:creationId xmlns:a16="http://schemas.microsoft.com/office/drawing/2014/main" id="{823C6501-614E-4A80-BB86-0365E06DF83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524750" y="3000375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在此说明图片中的关键设计，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以及它如何回应项目目标。</a:t>
            </a:r>
          </a:p>
        </p:txBody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35403C46-BDC1-4564-B7AA-8140A51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95775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8" name="方案要点">
            <a:extLst xmlns:a="http://schemas.openxmlformats.org/drawingml/2006/main">
              <a:ext uri="{FF2B5EF4-FFF2-40B4-BE49-F238E27FC236}">
                <a16:creationId xmlns:a16="http://schemas.microsoft.com/office/drawing/2014/main" id="{3673D751-5751-4FD8-9AB4-61C2167079B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524750" y="4552950"/>
            <a:ext cx="3981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01  结构或功能特点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02  关键优势与应用价值</a:t>
            </a:r>
          </a:p>
        </p:txBody>
      </p:sp>
      <p:pic>
        <p:nvPicPr>
          <p:cNvPr id="16" name="参考图案 / ne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ea9fc57e844f5"/>
          <a:srcRect xmlns:a="http://schemas.openxmlformats.org/drawingml/2006/main" l="28124" t="0" r="28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2247900"/>
            <a:ext cx="257175" cy="33337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>
  <p:cSld name="06 双栏对比"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右侧对比底色">
            <a:extLst xmlns:a="http://schemas.openxmlformats.org/drawingml/2006/main">
              <a:ext uri="{FF2B5EF4-FFF2-40B4-BE49-F238E27FC236}">
                <a16:creationId xmlns:a16="http://schemas.microsoft.com/office/drawing/2014/main" id="{56E88EFD-BFEB-41CB-B588-E587511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6096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9D0"/>
          </a:solidFill>
          <a:ln xmlns:a="http://schemas.openxmlformats.org/drawingml/2006/main" w="0">
            <a:noFill/>
          </a:ln>
        </p:spPr>
      </p:sp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2E6B412-751C-4914-B61A-89F542066B5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方案对比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EFFCE51-8A6D-4A74-BB0C-0FA77E069A9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E0EA"/>
                </a:solidFill>
                <a:latin typeface="Microsoft YaHei"/>
                <a:ea typeface="Microsoft YaHei"/>
                <a:cs typeface="Microsoft YaHei"/>
              </a:rPr>
              <a:t>在相同维度下比较方案，突出取舍依据。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E89EF72A-F686-4B22-BE47-DD6B2C8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9525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B"/>
          </a:solidFill>
          <a:ln xmlns:a="http://schemas.openxmlformats.org/drawingml/2006/main" w="0">
            <a:noFill/>
          </a:ln>
        </p:spPr>
      </p:sp>
      <p:sp>
        <p:nvSpPr>
          <p:cNvPr id="5" name="方案标识A">
            <a:extLst xmlns:a="http://schemas.openxmlformats.org/drawingml/2006/main">
              <a:ext uri="{FF2B5EF4-FFF2-40B4-BE49-F238E27FC236}">
                <a16:creationId xmlns:a16="http://schemas.microsoft.com/office/drawing/2014/main" id="{8D141CDF-E17F-42D0-95EB-AC9BF795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方案名称A">
            <a:extLst xmlns:a="http://schemas.openxmlformats.org/drawingml/2006/main">
              <a:ext uri="{FF2B5EF4-FFF2-40B4-BE49-F238E27FC236}">
                <a16:creationId xmlns:a16="http://schemas.microsoft.com/office/drawing/2014/main" id="{AE47D530-C3F8-4067-8AAE-8C861B96F35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6954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A55E63FA-7691-4C40-A9C9-115B1852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80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8" name="A维度0">
            <a:extLst xmlns:a="http://schemas.openxmlformats.org/drawingml/2006/main">
              <a:ext uri="{FF2B5EF4-FFF2-40B4-BE49-F238E27FC236}">
                <a16:creationId xmlns:a16="http://schemas.microsoft.com/office/drawing/2014/main" id="{8D835C67-012A-4CCD-9E00-079FCDAE6FE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9" name="A内容0">
            <a:extLst xmlns:a="http://schemas.openxmlformats.org/drawingml/2006/main">
              <a:ext uri="{FF2B5EF4-FFF2-40B4-BE49-F238E27FC236}">
                <a16:creationId xmlns:a16="http://schemas.microsoft.com/office/drawing/2014/main" id="{701F322F-E45C-4B35-B714-D9696312ABB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0955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10" name="A维度1">
            <a:extLst xmlns:a="http://schemas.openxmlformats.org/drawingml/2006/main">
              <a:ext uri="{FF2B5EF4-FFF2-40B4-BE49-F238E27FC236}">
                <a16:creationId xmlns:a16="http://schemas.microsoft.com/office/drawing/2014/main" id="{41836F45-DB9D-4076-BF71-8BA449CE549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11" name="A内容1">
            <a:extLst xmlns:a="http://schemas.openxmlformats.org/drawingml/2006/main">
              <a:ext uri="{FF2B5EF4-FFF2-40B4-BE49-F238E27FC236}">
                <a16:creationId xmlns:a16="http://schemas.microsoft.com/office/drawing/2014/main" id="{6AE14FBC-72EA-4396-88D5-FCF1BD419C4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12" name="A维度2">
            <a:extLst xmlns:a="http://schemas.openxmlformats.org/drawingml/2006/main">
              <a:ext uri="{FF2B5EF4-FFF2-40B4-BE49-F238E27FC236}">
                <a16:creationId xmlns:a16="http://schemas.microsoft.com/office/drawing/2014/main" id="{E3CEF644-D7FD-4768-A723-07C71CD4BFAA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858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13" name="A内容2">
            <a:extLst xmlns:a="http://schemas.openxmlformats.org/drawingml/2006/main">
              <a:ext uri="{FF2B5EF4-FFF2-40B4-BE49-F238E27FC236}">
                <a16:creationId xmlns:a16="http://schemas.microsoft.com/office/drawing/2014/main" id="{BA0A888C-A8B9-40E8-AC18-10ECE28D812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0955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  <p:sp>
        <p:nvSpPr>
          <p:cNvPr id="14" name="方案标识B">
            <a:extLst xmlns:a="http://schemas.openxmlformats.org/drawingml/2006/main">
              <a:ext uri="{FF2B5EF4-FFF2-40B4-BE49-F238E27FC236}">
                <a16:creationId xmlns:a16="http://schemas.microsoft.com/office/drawing/2014/main" id="{2377B3B2-F747-4878-B1E1-3BA337A9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方案名称B">
            <a:extLst xmlns:a="http://schemas.openxmlformats.org/drawingml/2006/main">
              <a:ext uri="{FF2B5EF4-FFF2-40B4-BE49-F238E27FC236}">
                <a16:creationId xmlns:a16="http://schemas.microsoft.com/office/drawing/2014/main" id="{91F645C5-FC2A-4939-8F06-54B56452B3A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77152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16" name="分隔线">
            <a:extLst xmlns:a="http://schemas.openxmlformats.org/drawingml/2006/main">
              <a:ext uri="{FF2B5EF4-FFF2-40B4-BE49-F238E27FC236}">
                <a16:creationId xmlns:a16="http://schemas.microsoft.com/office/drawing/2014/main" id="{7DEBB54E-8BA3-46EF-B33C-F71E278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52775"/>
            <a:ext cx="480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7" name="B维度0">
            <a:extLst xmlns:a="http://schemas.openxmlformats.org/drawingml/2006/main">
              <a:ext uri="{FF2B5EF4-FFF2-40B4-BE49-F238E27FC236}">
                <a16:creationId xmlns:a16="http://schemas.microsoft.com/office/drawing/2014/main" id="{74E053A4-6D6B-45A9-B5ED-3259F521947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7056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18" name="B内容0">
            <a:extLst xmlns:a="http://schemas.openxmlformats.org/drawingml/2006/main">
              <a:ext uri="{FF2B5EF4-FFF2-40B4-BE49-F238E27FC236}">
                <a16:creationId xmlns:a16="http://schemas.microsoft.com/office/drawing/2014/main" id="{4D059341-5432-45D3-B69A-52046AA3662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153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19" name="B维度1">
            <a:extLst xmlns:a="http://schemas.openxmlformats.org/drawingml/2006/main">
              <a:ext uri="{FF2B5EF4-FFF2-40B4-BE49-F238E27FC236}">
                <a16:creationId xmlns:a16="http://schemas.microsoft.com/office/drawing/2014/main" id="{F1BD2E27-54D2-4BC5-8706-B496BA81B3B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7056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20" name="B内容1">
            <a:extLst xmlns:a="http://schemas.openxmlformats.org/drawingml/2006/main">
              <a:ext uri="{FF2B5EF4-FFF2-40B4-BE49-F238E27FC236}">
                <a16:creationId xmlns:a16="http://schemas.microsoft.com/office/drawing/2014/main" id="{88CC7E01-C17E-48B7-86B6-3A8B03AC223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153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21" name="B维度2">
            <a:extLst xmlns:a="http://schemas.openxmlformats.org/drawingml/2006/main">
              <a:ext uri="{FF2B5EF4-FFF2-40B4-BE49-F238E27FC236}">
                <a16:creationId xmlns:a16="http://schemas.microsoft.com/office/drawing/2014/main" id="{08DE4D59-52FA-4583-8529-DC4B453EED4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7056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22" name="B内容2">
            <a:extLst xmlns:a="http://schemas.openxmlformats.org/drawingml/2006/main">
              <a:ext uri="{FF2B5EF4-FFF2-40B4-BE49-F238E27FC236}">
                <a16:creationId xmlns:a16="http://schemas.microsoft.com/office/drawing/2014/main" id="{CEF268A6-49AA-4A15-8C04-CAD5E36AFF1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1153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7 三栏要点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模块底色2">
            <a:extLst xmlns:a="http://schemas.openxmlformats.org/drawingml/2006/main">
              <a:ext uri="{FF2B5EF4-FFF2-40B4-BE49-F238E27FC236}">
                <a16:creationId xmlns:a16="http://schemas.microsoft.com/office/drawing/2014/main" id="{052967EF-7A48-4B08-B376-D3F3EE0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57400"/>
            <a:ext cx="4064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CD8"/>
          </a:solidFill>
          <a:ln xmlns:a="http://schemas.openxmlformats.org/drawingml/2006/main" w="0">
            <a:noFill/>
          </a:ln>
        </p:spPr>
      </p:sp>
      <p:sp>
        <p:nvSpPr>
          <p:cNvPr id="17" name="模块底色1">
            <a:extLst xmlns:a="http://schemas.openxmlformats.org/drawingml/2006/main">
              <a:ext uri="{FF2B5EF4-FFF2-40B4-BE49-F238E27FC236}">
                <a16:creationId xmlns:a16="http://schemas.microsoft.com/office/drawing/2014/main" id="{D1B26657-639E-4847-AD17-BC25BAF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057400"/>
            <a:ext cx="4064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1CF"/>
          </a:solidFill>
          <a:ln xmlns:a="http://schemas.openxmlformats.org/drawingml/2006/main" w="0">
            <a:noFill/>
          </a:ln>
        </p:spPr>
      </p:sp>
      <p:sp>
        <p:nvSpPr>
          <p:cNvPr id="18" name="模块底色0">
            <a:extLst xmlns:a="http://schemas.openxmlformats.org/drawingml/2006/main">
              <a:ext uri="{FF2B5EF4-FFF2-40B4-BE49-F238E27FC236}">
                <a16:creationId xmlns:a16="http://schemas.microsoft.com/office/drawing/2014/main" id="{DD60FD2D-D721-4B31-8D45-3A7F14C7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4064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DE2"/>
          </a:solidFill>
          <a:ln xmlns:a="http://schemas.openxmlformats.org/drawingml/2006/main" w="0">
            <a:noFill/>
          </a:ln>
        </p:spPr>
      </p:sp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8D57E8D-E03D-44F9-9BAD-60B38131ADF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D51BC76-9DDC-4774-82C4-4C74B711529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用三个关键模块，清晰表达方案结构。</a:t>
            </a:r>
          </a:p>
        </p:txBody>
      </p:sp>
      <p:sp>
        <p:nvSpPr>
          <p:cNvPr id="4" name="模块编号0">
            <a:extLst xmlns:a="http://schemas.openxmlformats.org/drawingml/2006/main">
              <a:ext uri="{FF2B5EF4-FFF2-40B4-BE49-F238E27FC236}">
                <a16:creationId xmlns:a16="http://schemas.microsoft.com/office/drawing/2014/main" id="{81075904-A377-4139-8D11-590C4DF3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0495E069-D246-4053-B8F9-C454C466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6" name="模块标题0">
            <a:extLst xmlns:a="http://schemas.openxmlformats.org/drawingml/2006/main">
              <a:ext uri="{FF2B5EF4-FFF2-40B4-BE49-F238E27FC236}">
                <a16:creationId xmlns:a16="http://schemas.microsoft.com/office/drawing/2014/main" id="{167FD017-A870-4B6C-BC7C-4E3BB4FBE1E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9600" y="40005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机械结构</a:t>
            </a:r>
          </a:p>
        </p:txBody>
      </p:sp>
      <p:sp>
        <p:nvSpPr>
          <p:cNvPr id="7" name="模块说明0">
            <a:extLst xmlns:a="http://schemas.openxmlformats.org/drawingml/2006/main">
              <a:ext uri="{FF2B5EF4-FFF2-40B4-BE49-F238E27FC236}">
                <a16:creationId xmlns:a16="http://schemas.microsoft.com/office/drawing/2014/main" id="{4796E461-1F73-4788-A021-1730D4F6A10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09600" y="4705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结构组成与运动方式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关键尺寸或设计约束</a:t>
            </a:r>
          </a:p>
        </p:txBody>
      </p:sp>
      <p:sp>
        <p:nvSpPr>
          <p:cNvPr id="8" name="模块编号1">
            <a:extLst xmlns:a="http://schemas.openxmlformats.org/drawingml/2006/main">
              <a:ext uri="{FF2B5EF4-FFF2-40B4-BE49-F238E27FC236}">
                <a16:creationId xmlns:a16="http://schemas.microsoft.com/office/drawing/2014/main" id="{C7E829AA-321E-4ABE-BD3A-554BA8E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156CE457-2773-4BB8-9883-3238CE3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0" name="模块标题1">
            <a:extLst xmlns:a="http://schemas.openxmlformats.org/drawingml/2006/main">
              <a:ext uri="{FF2B5EF4-FFF2-40B4-BE49-F238E27FC236}">
                <a16:creationId xmlns:a16="http://schemas.microsoft.com/office/drawing/2014/main" id="{7DB06764-7F7F-46CF-90B5-3037C3BA3F6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667250" y="40005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控制系统</a:t>
            </a:r>
          </a:p>
        </p:txBody>
      </p:sp>
      <p:sp>
        <p:nvSpPr>
          <p:cNvPr id="11" name="模块说明1">
            <a:extLst xmlns:a="http://schemas.openxmlformats.org/drawingml/2006/main">
              <a:ext uri="{FF2B5EF4-FFF2-40B4-BE49-F238E27FC236}">
                <a16:creationId xmlns:a16="http://schemas.microsoft.com/office/drawing/2014/main" id="{25B0B44D-0982-4EA9-95B6-2E25A617A34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667250" y="4705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控制策略与执行流程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传感器和反馈机制</a:t>
            </a:r>
          </a:p>
        </p:txBody>
      </p:sp>
      <p:sp>
        <p:nvSpPr>
          <p:cNvPr id="12" name="模块编号2">
            <a:extLst xmlns:a="http://schemas.openxmlformats.org/drawingml/2006/main">
              <a:ext uri="{FF2B5EF4-FFF2-40B4-BE49-F238E27FC236}">
                <a16:creationId xmlns:a16="http://schemas.microsoft.com/office/drawing/2014/main" id="{DA46B308-010D-4CA1-A3B4-37082B9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57C05B63-A80B-4550-854D-77932FE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2895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4" name="模块标题2">
            <a:extLst xmlns:a="http://schemas.openxmlformats.org/drawingml/2006/main">
              <a:ext uri="{FF2B5EF4-FFF2-40B4-BE49-F238E27FC236}">
                <a16:creationId xmlns:a16="http://schemas.microsoft.com/office/drawing/2014/main" id="{A34C7B5B-0305-4644-9846-BA6CC3FFA09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724900" y="40005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算法策略</a:t>
            </a:r>
          </a:p>
        </p:txBody>
      </p:sp>
      <p:sp>
        <p:nvSpPr>
          <p:cNvPr id="15" name="模块说明2">
            <a:extLst xmlns:a="http://schemas.openxmlformats.org/drawingml/2006/main">
              <a:ext uri="{FF2B5EF4-FFF2-40B4-BE49-F238E27FC236}">
                <a16:creationId xmlns:a16="http://schemas.microsoft.com/office/drawing/2014/main" id="{A40E5031-D960-40B4-8849-5D888EF84611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724900" y="4705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任务规划与决策逻辑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关键算法和优化方向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8 流程与里程碑"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5DD870-6735-4337-A778-3EAC73BB5CC8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实施流程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465B23E8-8A32-41C9-A24B-9E907D3E3E9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E0EA"/>
                </a:solidFill>
                <a:latin typeface="Microsoft YaHei"/>
                <a:ea typeface="Microsoft YaHei"/>
                <a:cs typeface="Microsoft YaHei"/>
              </a:rPr>
              <a:t>从需求定义到测试验证，形成完整的工作闭环。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D11B607-234C-4208-B385-B1B7CB2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28975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995F"/>
          </a:solidFill>
          <a:ln xmlns:a="http://schemas.openxmlformats.org/drawingml/2006/main" w="0">
            <a:noFill/>
          </a:ln>
        </p:spPr>
      </p:sp>
      <p:sp>
        <p:nvSpPr>
          <p:cNvPr id="5" name="流程编号0">
            <a:extLst xmlns:a="http://schemas.openxmlformats.org/drawingml/2006/main">
              <a:ext uri="{FF2B5EF4-FFF2-40B4-BE49-F238E27FC236}">
                <a16:creationId xmlns:a16="http://schemas.microsoft.com/office/drawing/2014/main" id="{FAB48E3E-9FF2-46D3-83DC-17AEB98D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流程节点0">
            <a:extLst xmlns:a="http://schemas.openxmlformats.org/drawingml/2006/main">
              <a:ext uri="{FF2B5EF4-FFF2-40B4-BE49-F238E27FC236}">
                <a16:creationId xmlns:a16="http://schemas.microsoft.com/office/drawing/2014/main" id="{E8EC1ACA-4BB2-4495-98B3-6C8CA7C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7" name="流程标题0">
            <a:extLst xmlns:a="http://schemas.openxmlformats.org/drawingml/2006/main">
              <a:ext uri="{FF2B5EF4-FFF2-40B4-BE49-F238E27FC236}">
                <a16:creationId xmlns:a16="http://schemas.microsoft.com/office/drawing/2014/main" id="{303D454E-34F3-4031-AE31-356F62F346B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8" name="流程描述0">
            <a:extLst xmlns:a="http://schemas.openxmlformats.org/drawingml/2006/main">
              <a:ext uri="{FF2B5EF4-FFF2-40B4-BE49-F238E27FC236}">
                <a16:creationId xmlns:a16="http://schemas.microsoft.com/office/drawing/2014/main" id="{629A8647-789A-44AB-92CD-D43F1DC9F70B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场景与任务梳理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明确评价指标</a:t>
            </a:r>
          </a:p>
        </p:txBody>
      </p:sp>
      <p:sp>
        <p:nvSpPr>
          <p:cNvPr id="9" name="流程编号1">
            <a:extLst xmlns:a="http://schemas.openxmlformats.org/drawingml/2006/main">
              <a:ext uri="{FF2B5EF4-FFF2-40B4-BE49-F238E27FC236}">
                <a16:creationId xmlns:a16="http://schemas.microsoft.com/office/drawing/2014/main" id="{2D30586D-5B1D-4DCE-8BE6-FA99C72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流程节点1">
            <a:extLst xmlns:a="http://schemas.openxmlformats.org/drawingml/2006/main">
              <a:ext uri="{FF2B5EF4-FFF2-40B4-BE49-F238E27FC236}">
                <a16:creationId xmlns:a16="http://schemas.microsoft.com/office/drawing/2014/main" id="{1A4B7319-18A8-4FEC-BE3C-C046B0E4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1" name="流程标题1">
            <a:extLst xmlns:a="http://schemas.openxmlformats.org/drawingml/2006/main">
              <a:ext uri="{FF2B5EF4-FFF2-40B4-BE49-F238E27FC236}">
                <a16:creationId xmlns:a16="http://schemas.microsoft.com/office/drawing/2014/main" id="{CFA681A2-5056-4F48-A61D-49E3F48DDB6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861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流程描述1">
            <a:extLst xmlns:a="http://schemas.openxmlformats.org/drawingml/2006/main">
              <a:ext uri="{FF2B5EF4-FFF2-40B4-BE49-F238E27FC236}">
                <a16:creationId xmlns:a16="http://schemas.microsoft.com/office/drawing/2014/main" id="{94636C8F-E07D-477D-A134-E2F246DE3DA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4861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结构与系统设计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确定技术路线</a:t>
            </a:r>
          </a:p>
        </p:txBody>
      </p:sp>
      <p:sp>
        <p:nvSpPr>
          <p:cNvPr id="13" name="流程编号2">
            <a:extLst xmlns:a="http://schemas.openxmlformats.org/drawingml/2006/main">
              <a:ext uri="{FF2B5EF4-FFF2-40B4-BE49-F238E27FC236}">
                <a16:creationId xmlns:a16="http://schemas.microsoft.com/office/drawing/2014/main" id="{E6045572-2A05-4D07-AEEC-336DD58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流程节点2">
            <a:extLst xmlns:a="http://schemas.openxmlformats.org/drawingml/2006/main">
              <a:ext uri="{FF2B5EF4-FFF2-40B4-BE49-F238E27FC236}">
                <a16:creationId xmlns:a16="http://schemas.microsoft.com/office/drawing/2014/main" id="{3B8BC2F4-7E5E-4CA0-BEB3-CF1E4BF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5" name="流程标题2">
            <a:extLst xmlns:a="http://schemas.openxmlformats.org/drawingml/2006/main">
              <a:ext uri="{FF2B5EF4-FFF2-40B4-BE49-F238E27FC236}">
                <a16:creationId xmlns:a16="http://schemas.microsoft.com/office/drawing/2014/main" id="{47615FBD-F5BA-4DA7-BF65-70DB229278D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2865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样机实现</a:t>
            </a:r>
          </a:p>
        </p:txBody>
      </p:sp>
      <p:sp>
        <p:nvSpPr>
          <p:cNvPr id="16" name="流程描述2">
            <a:extLst xmlns:a="http://schemas.openxmlformats.org/drawingml/2006/main">
              <a:ext uri="{FF2B5EF4-FFF2-40B4-BE49-F238E27FC236}">
                <a16:creationId xmlns:a16="http://schemas.microsoft.com/office/drawing/2014/main" id="{732F0C3F-3E3F-4AF8-997F-0AA764CDA4F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865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加工装配与开发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完成系统集成</a:t>
            </a:r>
          </a:p>
        </p:txBody>
      </p:sp>
      <p:sp>
        <p:nvSpPr>
          <p:cNvPr id="17" name="流程编号3">
            <a:extLst xmlns:a="http://schemas.openxmlformats.org/drawingml/2006/main">
              <a:ext uri="{FF2B5EF4-FFF2-40B4-BE49-F238E27FC236}">
                <a16:creationId xmlns:a16="http://schemas.microsoft.com/office/drawing/2014/main" id="{ABBD45DC-A919-4EE2-BFAD-5821A75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流程节点3">
            <a:extLst xmlns:a="http://schemas.openxmlformats.org/drawingml/2006/main">
              <a:ext uri="{FF2B5EF4-FFF2-40B4-BE49-F238E27FC236}">
                <a16:creationId xmlns:a16="http://schemas.microsoft.com/office/drawing/2014/main" id="{8008921C-A2F2-4B5E-93CC-F16AFF3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19" name="流程标题3">
            <a:extLst xmlns:a="http://schemas.openxmlformats.org/drawingml/2006/main">
              <a:ext uri="{FF2B5EF4-FFF2-40B4-BE49-F238E27FC236}">
                <a16:creationId xmlns:a16="http://schemas.microsoft.com/office/drawing/2014/main" id="{0957670D-7255-4170-AB1F-8BE962725A1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90868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测试迭代</a:t>
            </a:r>
          </a:p>
        </p:txBody>
      </p:sp>
      <p:sp>
        <p:nvSpPr>
          <p:cNvPr id="20" name="流程描述3">
            <a:extLst xmlns:a="http://schemas.openxmlformats.org/drawingml/2006/main">
              <a:ext uri="{FF2B5EF4-FFF2-40B4-BE49-F238E27FC236}">
                <a16:creationId xmlns:a16="http://schemas.microsoft.com/office/drawing/2014/main" id="{275E7F29-9D8F-46F7-AF40-E4F89147854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90868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实验验证与复盘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持续优化方案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9 关键数据">
    <p:bg>
      <p:bgPr>
        <a:solidFill xmlns:a="http://schemas.openxmlformats.org/drawingml/2006/main">
          <a:srgbClr val="77277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64D1D67-A69E-4992-A2F4-F8FE84CA116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23CEB1C-AB3E-4B1A-9732-1151A00F494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示例数据 · 请替换为实际测试结果</a:t>
            </a:r>
          </a:p>
        </p:txBody>
      </p:sp>
      <p:sp>
        <p:nvSpPr>
          <p:cNvPr id="4" name="指标数值0">
            <a:extLst xmlns:a="http://schemas.openxmlformats.org/drawingml/2006/main">
              <a:ext uri="{FF2B5EF4-FFF2-40B4-BE49-F238E27FC236}">
                <a16:creationId xmlns:a16="http://schemas.microsoft.com/office/drawing/2014/main" id="{FA1A7231-881F-4DB8-8FEB-249259F4881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2552700"/>
            <a:ext cx="133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FD000"/>
                </a:solidFill>
                <a:latin typeface="Microsoft YaHei"/>
                <a:ea typeface="Microsoft YaHei"/>
                <a:cs typeface="Microsoft YaHei"/>
              </a:rPr>
              <a:t>92</a:t>
            </a:r>
          </a:p>
        </p:txBody>
      </p:sp>
      <p:sp>
        <p:nvSpPr>
          <p:cNvPr id="5" name="指标单位0">
            <a:extLst xmlns:a="http://schemas.openxmlformats.org/drawingml/2006/main">
              <a:ext uri="{FF2B5EF4-FFF2-40B4-BE49-F238E27FC236}">
                <a16:creationId xmlns:a16="http://schemas.microsoft.com/office/drawing/2014/main" id="{EB240827-C233-4EA9-A5FD-F0EC7E20457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162175" y="31623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D000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5DF720B9-3E78-4C08-B78C-9220275A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9AA"/>
          </a:solidFill>
          <a:ln xmlns:a="http://schemas.openxmlformats.org/drawingml/2006/main" w="0">
            <a:noFill/>
          </a:ln>
        </p:spPr>
      </p:sp>
      <p:sp>
        <p:nvSpPr>
          <p:cNvPr id="7" name="指标名称0">
            <a:extLst xmlns:a="http://schemas.openxmlformats.org/drawingml/2006/main">
              <a:ext uri="{FF2B5EF4-FFF2-40B4-BE49-F238E27FC236}">
                <a16:creationId xmlns:a16="http://schemas.microsoft.com/office/drawing/2014/main" id="{6D411977-F8F3-4F09-9763-623CF3399322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任务成功率</a:t>
            </a:r>
          </a:p>
        </p:txBody>
      </p:sp>
      <p:sp>
        <p:nvSpPr>
          <p:cNvPr id="8" name="指标说明0">
            <a:extLst xmlns:a="http://schemas.openxmlformats.org/drawingml/2006/main">
              <a:ext uri="{FF2B5EF4-FFF2-40B4-BE49-F238E27FC236}">
                <a16:creationId xmlns:a16="http://schemas.microsoft.com/office/drawing/2014/main" id="{0F564F45-40A6-4DD1-BC13-94537BFD1BB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CD8EC"/>
                </a:solidFill>
                <a:latin typeface="Microsoft YaHei"/>
                <a:ea typeface="Microsoft YaHei"/>
                <a:cs typeface="Microsoft YaHei"/>
              </a:rPr>
              <a:t>在此补充样本量与测试条件</a:t>
            </a:r>
          </a:p>
        </p:txBody>
      </p:sp>
      <p:sp>
        <p:nvSpPr>
          <p:cNvPr id="9" name="指标数值1">
            <a:extLst xmlns:a="http://schemas.openxmlformats.org/drawingml/2006/main">
              <a:ext uri="{FF2B5EF4-FFF2-40B4-BE49-F238E27FC236}">
                <a16:creationId xmlns:a16="http://schemas.microsoft.com/office/drawing/2014/main" id="{BC5716FC-AC2D-41AE-A074-D5326D065F4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419600" y="2552700"/>
            <a:ext cx="1666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82DDD8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10" name="指标单位1">
            <a:extLst xmlns:a="http://schemas.openxmlformats.org/drawingml/2006/main">
              <a:ext uri="{FF2B5EF4-FFF2-40B4-BE49-F238E27FC236}">
                <a16:creationId xmlns:a16="http://schemas.microsoft.com/office/drawing/2014/main" id="{2EC5EF6E-E687-40B6-9629-5013C6DEDA0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00775" y="31623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82DDD8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11" name="分隔线">
            <a:extLst xmlns:a="http://schemas.openxmlformats.org/drawingml/2006/main">
              <a:ext uri="{FF2B5EF4-FFF2-40B4-BE49-F238E27FC236}">
                <a16:creationId xmlns:a16="http://schemas.microsoft.com/office/drawing/2014/main" id="{E184F7EB-8D4F-4AF7-95F3-5363767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9AA"/>
          </a:solidFill>
          <a:ln xmlns:a="http://schemas.openxmlformats.org/drawingml/2006/main" w="0">
            <a:noFill/>
          </a:ln>
        </p:spPr>
      </p:sp>
      <p:sp>
        <p:nvSpPr>
          <p:cNvPr id="12" name="指标名称1">
            <a:extLst xmlns:a="http://schemas.openxmlformats.org/drawingml/2006/main">
              <a:ext uri="{FF2B5EF4-FFF2-40B4-BE49-F238E27FC236}">
                <a16:creationId xmlns:a16="http://schemas.microsoft.com/office/drawing/2014/main" id="{9CDDFA7A-DCB9-4A70-9D5D-AA69C00A379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平均响应时间</a:t>
            </a:r>
          </a:p>
        </p:txBody>
      </p:sp>
      <p:sp>
        <p:nvSpPr>
          <p:cNvPr id="13" name="指标说明1">
            <a:extLst xmlns:a="http://schemas.openxmlformats.org/drawingml/2006/main">
              <a:ext uri="{FF2B5EF4-FFF2-40B4-BE49-F238E27FC236}">
                <a16:creationId xmlns:a16="http://schemas.microsoft.com/office/drawing/2014/main" id="{B4BF19F2-BF91-4BD2-B1E3-2C186A22B83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CD8EC"/>
                </a:solidFill>
                <a:latin typeface="Microsoft YaHei"/>
                <a:ea typeface="Microsoft YaHei"/>
                <a:cs typeface="Microsoft YaHei"/>
              </a:rPr>
              <a:t>在此补充统计口径与测量方法</a:t>
            </a:r>
          </a:p>
        </p:txBody>
      </p:sp>
      <p:sp>
        <p:nvSpPr>
          <p:cNvPr id="14" name="指标数值2">
            <a:extLst xmlns:a="http://schemas.openxmlformats.org/drawingml/2006/main">
              <a:ext uri="{FF2B5EF4-FFF2-40B4-BE49-F238E27FC236}">
                <a16:creationId xmlns:a16="http://schemas.microsoft.com/office/drawing/2014/main" id="{B72DA0D7-ADF3-4983-A86F-7CFA023C67E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153400" y="2552700"/>
            <a:ext cx="1381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FC1D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5" name="指标单位2">
            <a:extLst xmlns:a="http://schemas.openxmlformats.org/drawingml/2006/main">
              <a:ext uri="{FF2B5EF4-FFF2-40B4-BE49-F238E27FC236}">
                <a16:creationId xmlns:a16="http://schemas.microsoft.com/office/drawing/2014/main" id="{F36B014C-1AC1-47D1-9F8B-66C52E84D28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658350" y="31623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C1D5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16" name="分隔线">
            <a:extLst xmlns:a="http://schemas.openxmlformats.org/drawingml/2006/main">
              <a:ext uri="{FF2B5EF4-FFF2-40B4-BE49-F238E27FC236}">
                <a16:creationId xmlns:a16="http://schemas.microsoft.com/office/drawing/2014/main" id="{D275BACD-8DFE-4C30-988F-B742DADF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9AA"/>
          </a:solidFill>
          <a:ln xmlns:a="http://schemas.openxmlformats.org/drawingml/2006/main" w="0">
            <a:noFill/>
          </a:ln>
        </p:spPr>
      </p:sp>
      <p:sp>
        <p:nvSpPr>
          <p:cNvPr id="17" name="指标名称2">
            <a:extLst xmlns:a="http://schemas.openxmlformats.org/drawingml/2006/main">
              <a:ext uri="{FF2B5EF4-FFF2-40B4-BE49-F238E27FC236}">
                <a16:creationId xmlns:a16="http://schemas.microsoft.com/office/drawing/2014/main" id="{5A03DD6C-1EF0-4B86-A0C5-37742D38B20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连续运行时长</a:t>
            </a:r>
          </a:p>
        </p:txBody>
      </p:sp>
      <p:sp>
        <p:nvSpPr>
          <p:cNvPr id="18" name="指标说明2">
            <a:extLst xmlns:a="http://schemas.openxmlformats.org/drawingml/2006/main">
              <a:ext uri="{FF2B5EF4-FFF2-40B4-BE49-F238E27FC236}">
                <a16:creationId xmlns:a16="http://schemas.microsoft.com/office/drawing/2014/main" id="{34509697-C9E9-4E11-BC1C-3AF44898BFC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CD8EC"/>
                </a:solidFill>
                <a:latin typeface="Microsoft YaHei"/>
                <a:ea typeface="Microsoft YaHei"/>
                <a:cs typeface="Microsoft YaHei"/>
              </a:rPr>
              <a:t>在此补充测试环境与运行状态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10 数据图表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结论底色">
            <a:extLst xmlns:a="http://schemas.openxmlformats.org/drawingml/2006/main">
              <a:ext uri="{FF2B5EF4-FFF2-40B4-BE49-F238E27FC236}">
                <a16:creationId xmlns:a16="http://schemas.microsoft.com/office/drawing/2014/main" id="{401B4E3A-1912-4AA9-BDFF-AD3192CE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57400"/>
            <a:ext cx="3495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BD7"/>
          </a:solidFill>
          <a:ln xmlns:a="http://schemas.openxmlformats.org/drawingml/2006/main" w="0">
            <a:noFill/>
          </a:ln>
        </p:spPr>
      </p:sp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65273DF-4EB9-4F9A-AEB6-79480DCF49A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测试结果对比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27BB8B3-E7C3-4191-BCF7-2F03E5D4029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示例数据 · 得分（0–100）</a:t>
            </a:r>
          </a:p>
        </p:txBody>
      </p:sp>
      <p:sp>
        <p:nvSpPr>
          <p:cNvPr id="4" name="图表结论">
            <a:extLst xmlns:a="http://schemas.openxmlformats.org/drawingml/2006/main">
              <a:ext uri="{FF2B5EF4-FFF2-40B4-BE49-F238E27FC236}">
                <a16:creationId xmlns:a16="http://schemas.microsoft.com/office/drawing/2014/main" id="{1A7FA574-FE37-43F8-8EF3-228E16437B3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43975" y="2409825"/>
            <a:ext cx="2562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53D50"/>
                </a:solidFill>
                <a:latin typeface="Microsoft YaHei"/>
                <a:ea typeface="Microsoft YaHei"/>
                <a:cs typeface="Microsoft YaHei"/>
              </a:rPr>
              <a:t>在此填写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53D50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1E016069-AB5A-42DB-83F9-8AC8F36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95700"/>
            <a:ext cx="581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6" name="图表说明">
            <a:extLst xmlns:a="http://schemas.openxmlformats.org/drawingml/2006/main">
              <a:ext uri="{FF2B5EF4-FFF2-40B4-BE49-F238E27FC236}">
                <a16:creationId xmlns:a16="http://schemas.microsoft.com/office/drawing/2014/main" id="{5CCD1B93-EF26-4136-A132-773B228EB73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943975" y="4019550"/>
            <a:ext cx="25622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结合测试数据，说明变化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趋势、差异原因与改进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方向。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11 参数与清单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C819C0-4910-4DF4-AEF2-DD0787ED447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D6F4A06A-557B-497E-8E12-A9315E00A7F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统一整理参数、目标与验证方式。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12 进度计划"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2D3F9E0-AB3A-46C4-9739-34E9BCC5E0E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进度计划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FDF5A73-B695-4D0C-86C4-2A6F1002BDD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E0EA"/>
                </a:solidFill>
                <a:latin typeface="Microsoft YaHei"/>
                <a:ea typeface="Microsoft YaHei"/>
                <a:cs typeface="Microsoft YaHei"/>
              </a:rPr>
              <a:t>明确每一阶段的任务、负责人和交付结果。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13 团队介绍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DA247E-798B-4296-8958-C430DA71BE3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3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00D03F2-B425-4B0B-AE2B-45592FC1094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清晰的职责分工，让协作更高效。</a:t>
            </a:r>
          </a:p>
        </p:txBody>
      </p:sp>
      <p:sp>
        <p:nvSpPr>
          <p:cNvPr id="4" name="成员照片0">
            <a:extLst xmlns:a="http://schemas.openxmlformats.org/drawingml/2006/main">
              <a:ext uri="{FF2B5EF4-FFF2-40B4-BE49-F238E27FC236}">
                <a16:creationId xmlns:a16="http://schemas.microsoft.com/office/drawing/2014/main" id="{07AE8A72-96FA-4D9E-ADF5-B6C10E2C92E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858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E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96E98C79-DEB1-40F1-AB24-A41866F9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6" name="成员姓名0">
            <a:extLst xmlns:a="http://schemas.openxmlformats.org/drawingml/2006/main">
              <a:ext uri="{FF2B5EF4-FFF2-40B4-BE49-F238E27FC236}">
                <a16:creationId xmlns:a16="http://schemas.microsoft.com/office/drawing/2014/main" id="{8D066CF1-033D-47F8-84B5-37271DB012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成员一</a:t>
            </a:r>
          </a:p>
        </p:txBody>
      </p:sp>
      <p:sp>
        <p:nvSpPr>
          <p:cNvPr id="7" name="成员职责0">
            <a:extLst xmlns:a="http://schemas.openxmlformats.org/drawingml/2006/main">
              <a:ext uri="{FF2B5EF4-FFF2-40B4-BE49-F238E27FC236}">
                <a16:creationId xmlns:a16="http://schemas.microsoft.com/office/drawing/2014/main" id="{7064AF05-4382-4D8A-8280-05D798687FE8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8" name="成员说明0">
            <a:extLst xmlns:a="http://schemas.openxmlformats.org/drawingml/2006/main">
              <a:ext uri="{FF2B5EF4-FFF2-40B4-BE49-F238E27FC236}">
                <a16:creationId xmlns:a16="http://schemas.microsoft.com/office/drawing/2014/main" id="{FF85A211-3BF0-42B1-B3D1-51EA67286E4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负责结构设计与样机实现</a:t>
            </a:r>
          </a:p>
        </p:txBody>
      </p:sp>
      <p:sp>
        <p:nvSpPr>
          <p:cNvPr id="9" name="成员照片1">
            <a:extLst xmlns:a="http://schemas.openxmlformats.org/drawingml/2006/main">
              <a:ext uri="{FF2B5EF4-FFF2-40B4-BE49-F238E27FC236}">
                <a16:creationId xmlns:a16="http://schemas.microsoft.com/office/drawing/2014/main" id="{C0D9AFA2-01FC-44CA-BBEC-EC2B258BC2DB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44196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B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10" name="分隔线">
            <a:extLst xmlns:a="http://schemas.openxmlformats.org/drawingml/2006/main">
              <a:ext uri="{FF2B5EF4-FFF2-40B4-BE49-F238E27FC236}">
                <a16:creationId xmlns:a16="http://schemas.microsoft.com/office/drawing/2014/main" id="{7215D81C-2BA7-4B81-A4BB-78493E1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434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1" name="成员姓名1">
            <a:extLst xmlns:a="http://schemas.openxmlformats.org/drawingml/2006/main">
              <a:ext uri="{FF2B5EF4-FFF2-40B4-BE49-F238E27FC236}">
                <a16:creationId xmlns:a16="http://schemas.microsoft.com/office/drawing/2014/main" id="{FB90B0A3-9003-48EA-B056-B9923A9E915F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4196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成员二</a:t>
            </a:r>
          </a:p>
        </p:txBody>
      </p:sp>
      <p:sp>
        <p:nvSpPr>
          <p:cNvPr id="12" name="成员职责1">
            <a:extLst xmlns:a="http://schemas.openxmlformats.org/drawingml/2006/main">
              <a:ext uri="{FF2B5EF4-FFF2-40B4-BE49-F238E27FC236}">
                <a16:creationId xmlns:a16="http://schemas.microsoft.com/office/drawing/2014/main" id="{70C1C090-55EA-4F54-9B39-3E187698610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电控开发</a:t>
            </a:r>
          </a:p>
        </p:txBody>
      </p:sp>
      <p:sp>
        <p:nvSpPr>
          <p:cNvPr id="13" name="成员说明1">
            <a:extLst xmlns:a="http://schemas.openxmlformats.org/drawingml/2006/main">
              <a:ext uri="{FF2B5EF4-FFF2-40B4-BE49-F238E27FC236}">
                <a16:creationId xmlns:a16="http://schemas.microsoft.com/office/drawing/2014/main" id="{BDF8207C-9B9E-41FC-9811-D17F2A85A9F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负责硬件集成与控制系统</a:t>
            </a:r>
          </a:p>
        </p:txBody>
      </p:sp>
      <p:sp>
        <p:nvSpPr>
          <p:cNvPr id="14" name="成员照片2">
            <a:extLst xmlns:a="http://schemas.openxmlformats.org/drawingml/2006/main">
              <a:ext uri="{FF2B5EF4-FFF2-40B4-BE49-F238E27FC236}">
                <a16:creationId xmlns:a16="http://schemas.microsoft.com/office/drawing/2014/main" id="{A2E6AE05-10F0-4B1B-8EEC-E2B02BDE682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1534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E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F71502CC-72AF-4A50-A9F9-71E7855A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434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16" name="成员姓名2">
            <a:extLst xmlns:a="http://schemas.openxmlformats.org/drawingml/2006/main">
              <a:ext uri="{FF2B5EF4-FFF2-40B4-BE49-F238E27FC236}">
                <a16:creationId xmlns:a16="http://schemas.microsoft.com/office/drawing/2014/main" id="{08BC8D11-EF11-4869-B31F-DB192C7DB5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34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成员三</a:t>
            </a:r>
          </a:p>
        </p:txBody>
      </p:sp>
      <p:sp>
        <p:nvSpPr>
          <p:cNvPr id="17" name="成员职责2">
            <a:extLst xmlns:a="http://schemas.openxmlformats.org/drawingml/2006/main">
              <a:ext uri="{FF2B5EF4-FFF2-40B4-BE49-F238E27FC236}">
                <a16:creationId xmlns:a16="http://schemas.microsoft.com/office/drawing/2014/main" id="{725C9AFC-DDE9-4E67-892E-27CF40428A5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算法与测试</a:t>
            </a:r>
          </a:p>
        </p:txBody>
      </p:sp>
      <p:sp>
        <p:nvSpPr>
          <p:cNvPr id="18" name="成员说明2">
            <a:extLst xmlns:a="http://schemas.openxmlformats.org/drawingml/2006/main">
              <a:ext uri="{FF2B5EF4-FFF2-40B4-BE49-F238E27FC236}">
                <a16:creationId xmlns:a16="http://schemas.microsoft.com/office/drawing/2014/main" id="{E5496FBE-0164-411A-938F-8121023D8F9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负责策略开发与测试验证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1 封面">
    <p:bg>
      <p:bgPr>
        <a:solidFill xmlns:a="http://schemas.openxmlformats.org/drawingml/2006/main">
          <a:srgbClr val="006AA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参考图案 / blue-gradien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4591f228d4f3d"/>
          <a:srcRect xmlns:a="http://schemas.openxmlformats.org/drawingml/2006/main" l="29319" t="0" r="293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43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品牌">
            <a:extLst xmlns:a="http://schemas.openxmlformats.org/drawingml/2006/main">
              <a:ext uri="{FF2B5EF4-FFF2-40B4-BE49-F238E27FC236}">
                <a16:creationId xmlns:a16="http://schemas.microsoft.com/office/drawing/2014/main" id="{FF996089-E8FA-4BB2-A27A-4965643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3" name="英文副标">
            <a:extLst xmlns:a="http://schemas.openxmlformats.org/drawingml/2006/main">
              <a:ext uri="{FF2B5EF4-FFF2-40B4-BE49-F238E27FC236}">
                <a16:creationId xmlns:a16="http://schemas.microsoft.com/office/drawing/2014/main" id="{5A9CAE7A-13A9-42C7-9979-30961BB7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36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CE8EF"/>
                </a:solidFill>
                <a:latin typeface="Microsoft YaHei"/>
                <a:ea typeface="Microsoft YaHei"/>
                <a:cs typeface="Microsoft YaHei"/>
              </a:rPr>
              <a:t>CHINA UNIVERSITY ROBOT COMPETITION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11DE663-1240-4FE6-A388-D3ABCE40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</a:ln>
        </p:spPr>
      </p:sp>
      <p:sp>
        <p:nvSpPr>
          <p:cNvPr id="5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F9999C23-1BAB-4B75-85E3-1B6A49C83E0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09600" y="2190750"/>
            <a:ext cx="647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[项目名称]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方案汇报</a:t>
            </a:r>
          </a:p>
        </p:txBody>
      </p:sp>
      <p:sp>
        <p:nvSpPr>
          <p:cNvPr id="6" name="封面副标题">
            <a:extLst xmlns:a="http://schemas.openxmlformats.org/drawingml/2006/main">
              <a:ext uri="{FF2B5EF4-FFF2-40B4-BE49-F238E27FC236}">
                <a16:creationId xmlns:a16="http://schemas.microsoft.com/office/drawing/2014/main" id="{0B302EA1-4033-45C8-9548-20E2E55563D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7700" y="43053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F1F0"/>
                </a:solidFill>
                <a:latin typeface="Microsoft YaHei"/>
                <a:ea typeface="Microsoft YaHei"/>
                <a:cs typeface="Microsoft YaHei"/>
              </a:rPr>
              <a:t>在此填写简短的项目说明</a:t>
            </a:r>
          </a:p>
        </p:txBody>
      </p:sp>
      <p:sp>
        <p:nvSpPr>
          <p:cNvPr id="8" name="分隔线">
            <a:extLst xmlns:a="http://schemas.openxmlformats.org/drawingml/2006/main">
              <a:ext uri="{FF2B5EF4-FFF2-40B4-BE49-F238E27FC236}">
                <a16:creationId xmlns:a16="http://schemas.microsoft.com/office/drawing/2014/main" id="{74D8F359-E9B6-4C0B-ADED-38C4908F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5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</a:ln>
        </p:spPr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2D5632A3-D36C-4192-85EF-1770AA7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5450"/>
            <a:ext cx="590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0050"/>
          </a:solidFill>
          <a:ln xmlns:a="http://schemas.openxmlformats.org/drawingml/2006/main" w="0">
            <a:noFill/>
          </a:ln>
        </p:spPr>
      </p:sp>
      <p:sp>
        <p:nvSpPr>
          <p:cNvPr id="10" name="分隔线">
            <a:extLst xmlns:a="http://schemas.openxmlformats.org/drawingml/2006/main">
              <a:ext uri="{FF2B5EF4-FFF2-40B4-BE49-F238E27FC236}">
                <a16:creationId xmlns:a16="http://schemas.microsoft.com/office/drawing/2014/main" id="{CBF8828D-13BD-47AB-88A4-52563C86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05450"/>
            <a:ext cx="1771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11" name="汇报信息">
            <a:extLst xmlns:a="http://schemas.openxmlformats.org/drawingml/2006/main">
              <a:ext uri="{FF2B5EF4-FFF2-40B4-BE49-F238E27FC236}">
                <a16:creationId xmlns:a16="http://schemas.microsoft.com/office/drawing/2014/main" id="{7CE951E8-A785-4759-8493-6CE65D43933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47700" y="600075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团队名称   /   汇报人   /   2026.XX</a:t>
            </a:r>
          </a:p>
        </p:txBody>
      </p:sp>
      <p:pic>
        <p:nvPicPr>
          <p:cNvPr id="22" name="参考图案 / gear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f738ecfd14123"/>
          <a:srcRect xmlns:a="http://schemas.openxmlformats.org/drawingml/2006/main" l="5147" t="0" r="5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0"/>
            <a:ext cx="4648200" cy="3886200"/>
          </a:xfrm>
          <a:prstGeom xmlns:a="http://schemas.openxmlformats.org/drawingml/2006/main" prst="rect">
            <a:avLst/>
          </a:prstGeom>
        </p:spPr>
      </p:pic>
      <p:pic>
        <p:nvPicPr>
          <p:cNvPr id="23" name="参考图案 / volleybal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d300ed8f04954"/>
          <a:srcRect xmlns:a="http://schemas.openxmlformats.org/drawingml/2006/main" l="0" t="7590" r="0" b="7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3886200"/>
            <a:ext cx="4648200" cy="2971800"/>
          </a:xfrm>
          <a:prstGeom xmlns:a="http://schemas.openxmlformats.org/drawingml/2006/main" prst="rect">
            <a:avLst/>
          </a:prstGeom>
        </p:spPr>
      </p:pic>
      <p:pic>
        <p:nvPicPr>
          <p:cNvPr id="24" name="参考图案 / checker-coo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3d72a1fc446e3"/>
          <a:srcRect xmlns:a="http://schemas.openxmlformats.org/drawingml/2006/main" l="1337" t="0" r="1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6850" y="5772150"/>
            <a:ext cx="1733550" cy="3238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>
  <p:cSld name="02 目录"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紫色目录区">
            <a:extLst xmlns:a="http://schemas.openxmlformats.org/drawingml/2006/main">
              <a:ext uri="{FF2B5EF4-FFF2-40B4-BE49-F238E27FC236}">
                <a16:creationId xmlns:a16="http://schemas.microsoft.com/office/drawing/2014/main" id="{B9C524EE-410F-4D40-92E9-C6090A45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C89"/>
          </a:solidFill>
          <a:ln xmlns:a="http://schemas.openxmlformats.org/drawingml/2006/main" w="0">
            <a:noFill/>
          </a:ln>
        </p:spPr>
      </p:sp>
      <p:sp>
        <p:nvSpPr>
          <p:cNvPr id="2" name="章节眉题">
            <a:extLst xmlns:a="http://schemas.openxmlformats.org/drawingml/2006/main">
              <a:ext uri="{FF2B5EF4-FFF2-40B4-BE49-F238E27FC236}">
                <a16:creationId xmlns:a16="http://schemas.microsoft.com/office/drawing/2014/main" id="{815E3627-7F84-496E-85C3-F138EA3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6DDEB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3" name="目录标题">
            <a:extLst xmlns:a="http://schemas.openxmlformats.org/drawingml/2006/main">
              <a:ext uri="{FF2B5EF4-FFF2-40B4-BE49-F238E27FC236}">
                <a16:creationId xmlns:a16="http://schemas.microsoft.com/office/drawing/2014/main" id="{83375878-4F8D-4F7A-86EA-6D8213EC40B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57200" y="12192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4" name="目录说明">
            <a:extLst xmlns:a="http://schemas.openxmlformats.org/drawingml/2006/main">
              <a:ext uri="{FF2B5EF4-FFF2-40B4-BE49-F238E27FC236}">
                <a16:creationId xmlns:a16="http://schemas.microsoft.com/office/drawing/2014/main" id="{0A5BAA27-E0D0-4F16-BD39-B84352FC385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7200" y="2171700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DDEB"/>
                </a:solidFill>
                <a:latin typeface="Microsoft YaHei"/>
                <a:ea typeface="Microsoft YaHei"/>
                <a:cs typeface="Microsoft YaHei"/>
              </a:rPr>
              <a:t>从问题出发，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DDEB"/>
                </a:solidFill>
                <a:latin typeface="Microsoft YaHei"/>
                <a:ea typeface="Microsoft YaHei"/>
                <a:cs typeface="Microsoft YaHei"/>
              </a:rPr>
              <a:t>让方案落地。</a:t>
            </a:r>
          </a:p>
        </p:txBody>
      </p:sp>
      <p:sp>
        <p:nvSpPr>
          <p:cNvPr id="6" name="目录序号0">
            <a:extLst xmlns:a="http://schemas.openxmlformats.org/drawingml/2006/main">
              <a:ext uri="{FF2B5EF4-FFF2-40B4-BE49-F238E27FC236}">
                <a16:creationId xmlns:a16="http://schemas.microsoft.com/office/drawing/2014/main" id="{46638B11-CC00-4CE0-9A02-8B388E4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144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目录项0">
            <a:extLst xmlns:a="http://schemas.openxmlformats.org/drawingml/2006/main">
              <a:ext uri="{FF2B5EF4-FFF2-40B4-BE49-F238E27FC236}">
                <a16:creationId xmlns:a16="http://schemas.microsoft.com/office/drawing/2014/main" id="{530CB020-BCDB-4C14-B9D7-B4684789FA0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962650" y="13239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8" name="目录英文0">
            <a:extLst xmlns:a="http://schemas.openxmlformats.org/drawingml/2006/main">
              <a:ext uri="{FF2B5EF4-FFF2-40B4-BE49-F238E27FC236}">
                <a16:creationId xmlns:a16="http://schemas.microsoft.com/office/drawing/2014/main" id="{16D4B256-513F-478C-A906-D624C067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BACKGROUND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19EE923A-A31C-4B0F-A96C-C166F1F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14575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8B4"/>
          </a:solidFill>
          <a:ln xmlns:a="http://schemas.openxmlformats.org/drawingml/2006/main" w="0">
            <a:noFill/>
          </a:ln>
        </p:spPr>
      </p:sp>
      <p:sp>
        <p:nvSpPr>
          <p:cNvPr id="10" name="目录序号1">
            <a:extLst xmlns:a="http://schemas.openxmlformats.org/drawingml/2006/main">
              <a:ext uri="{FF2B5EF4-FFF2-40B4-BE49-F238E27FC236}">
                <a16:creationId xmlns:a16="http://schemas.microsoft.com/office/drawing/2014/main" id="{276C790B-DCAD-4EC4-85B1-626AB0F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目录项1">
            <a:extLst xmlns:a="http://schemas.openxmlformats.org/drawingml/2006/main">
              <a:ext uri="{FF2B5EF4-FFF2-40B4-BE49-F238E27FC236}">
                <a16:creationId xmlns:a16="http://schemas.microsoft.com/office/drawing/2014/main" id="{79E27136-4E03-46AC-9D1F-6ED3FED86AF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962650" y="25146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</a:p>
        </p:txBody>
      </p:sp>
      <p:sp>
        <p:nvSpPr>
          <p:cNvPr id="12" name="目录英文1">
            <a:extLst xmlns:a="http://schemas.openxmlformats.org/drawingml/2006/main">
              <a:ext uri="{FF2B5EF4-FFF2-40B4-BE49-F238E27FC236}">
                <a16:creationId xmlns:a16="http://schemas.microsoft.com/office/drawing/2014/main" id="{D6E0D981-A537-465F-992F-B98479DF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3847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分隔线">
            <a:extLst xmlns:a="http://schemas.openxmlformats.org/drawingml/2006/main">
              <a:ext uri="{FF2B5EF4-FFF2-40B4-BE49-F238E27FC236}">
                <a16:creationId xmlns:a16="http://schemas.microsoft.com/office/drawing/2014/main" id="{B8C46AA4-E752-4AB7-9A6F-B328E5D0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8B4"/>
          </a:solidFill>
          <a:ln xmlns:a="http://schemas.openxmlformats.org/drawingml/2006/main" w="0">
            <a:noFill/>
          </a:ln>
        </p:spPr>
      </p:sp>
      <p:sp>
        <p:nvSpPr>
          <p:cNvPr id="14" name="目录序号2">
            <a:extLst xmlns:a="http://schemas.openxmlformats.org/drawingml/2006/main">
              <a:ext uri="{FF2B5EF4-FFF2-40B4-BE49-F238E27FC236}">
                <a16:creationId xmlns:a16="http://schemas.microsoft.com/office/drawing/2014/main" id="{D38249EF-AC52-4B94-B996-91804A7B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9570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目录项2">
            <a:extLst xmlns:a="http://schemas.openxmlformats.org/drawingml/2006/main">
              <a:ext uri="{FF2B5EF4-FFF2-40B4-BE49-F238E27FC236}">
                <a16:creationId xmlns:a16="http://schemas.microsoft.com/office/drawing/2014/main" id="{43CAD605-949E-40FA-A855-6092F764F5B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5962650" y="37052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16" name="目录英文2">
            <a:extLst xmlns:a="http://schemas.openxmlformats.org/drawingml/2006/main">
              <a:ext uri="{FF2B5EF4-FFF2-40B4-BE49-F238E27FC236}">
                <a16:creationId xmlns:a16="http://schemas.microsoft.com/office/drawing/2014/main" id="{989286FC-E4C4-4EF8-A79D-D6379FBD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29100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17" name="分隔线">
            <a:extLst xmlns:a="http://schemas.openxmlformats.org/drawingml/2006/main">
              <a:ext uri="{FF2B5EF4-FFF2-40B4-BE49-F238E27FC236}">
                <a16:creationId xmlns:a16="http://schemas.microsoft.com/office/drawing/2014/main" id="{0C542FE4-BA3D-4697-AEAE-743C54C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8B4"/>
          </a:solidFill>
          <a:ln xmlns:a="http://schemas.openxmlformats.org/drawingml/2006/main" w="0">
            <a:noFill/>
          </a:ln>
        </p:spPr>
      </p:sp>
      <p:sp>
        <p:nvSpPr>
          <p:cNvPr id="18" name="目录序号3">
            <a:extLst xmlns:a="http://schemas.openxmlformats.org/drawingml/2006/main">
              <a:ext uri="{FF2B5EF4-FFF2-40B4-BE49-F238E27FC236}">
                <a16:creationId xmlns:a16="http://schemas.microsoft.com/office/drawing/2014/main" id="{87D2868A-364C-4C5A-9127-84C070A6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86325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目录项3">
            <a:extLst xmlns:a="http://schemas.openxmlformats.org/drawingml/2006/main">
              <a:ext uri="{FF2B5EF4-FFF2-40B4-BE49-F238E27FC236}">
                <a16:creationId xmlns:a16="http://schemas.microsoft.com/office/drawing/2014/main" id="{313F7F3B-08EA-4202-B271-593D44A50FC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5962650" y="4895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计划与展望</a:t>
            </a:r>
          </a:p>
        </p:txBody>
      </p:sp>
      <p:sp>
        <p:nvSpPr>
          <p:cNvPr id="20" name="目录英文3">
            <a:extLst xmlns:a="http://schemas.openxmlformats.org/drawingml/2006/main">
              <a:ext uri="{FF2B5EF4-FFF2-40B4-BE49-F238E27FC236}">
                <a16:creationId xmlns:a16="http://schemas.microsoft.com/office/drawing/2014/main" id="{226E08F4-C0F7-4153-B8EF-7182243C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19725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  <p:pic>
        <p:nvPicPr>
          <p:cNvPr id="40" name="参考图案 / architectur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406d734864269"/>
          <a:srcRect xmlns:a="http://schemas.openxmlformats.org/drawingml/2006/main" l="0" t="23394" r="0" b="23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95650"/>
            <a:ext cx="4171950" cy="3562350"/>
          </a:xfrm>
          <a:prstGeom xmlns:a="http://schemas.openxmlformats.org/drawingml/2006/main" prst="rect">
            <a:avLst/>
          </a:prstGeom>
        </p:spPr>
      </p:pic>
      <p:pic>
        <p:nvPicPr>
          <p:cNvPr id="41" name="参考图案 / checker-warm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28e8d38fe4b9f"/>
          <a:srcRect xmlns:a="http://schemas.openxmlformats.org/drawingml/2006/main" l="0" t="149" r="0" b="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0"/>
            <a:ext cx="3200400" cy="63817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>
  <p:cSld name="03 章节页">
    <p:bg>
      <p:bgPr>
        <a:solidFill xmlns:a="http://schemas.openxmlformats.org/drawingml/2006/main">
          <a:srgbClr val="880C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参考图案 / rob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008029d614f1a"/>
          <a:srcRect xmlns:a="http://schemas.openxmlformats.org/drawingml/2006/main" l="0" t="9" r="0" b="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714500"/>
            <a:ext cx="546735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章节品牌">
            <a:extLst xmlns:a="http://schemas.openxmlformats.org/drawingml/2006/main">
              <a:ext uri="{FF2B5EF4-FFF2-40B4-BE49-F238E27FC236}">
                <a16:creationId xmlns:a16="http://schemas.microsoft.com/office/drawing/2014/main" id="{13A0E423-35EF-46EA-B6AF-234D15EE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  /  PROJECT REPORT</a:t>
            </a:r>
          </a:p>
        </p:txBody>
      </p:sp>
      <p:sp>
        <p:nvSpPr>
          <p:cNvPr id="3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411EBB36-A5D7-4D6A-9151-E83CABC6E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6383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850" b="1">
                <a:solidFill>
                  <a:srgbClr val="75C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0" b="1">
                <a:solidFill>
                  <a:srgbClr val="FFD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76774D2-A676-4531-B884-6A01C8000F6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47700" y="37338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5" name="章节描述">
            <a:extLst xmlns:a="http://schemas.openxmlformats.org/drawingml/2006/main">
              <a:ext uri="{FF2B5EF4-FFF2-40B4-BE49-F238E27FC236}">
                <a16:creationId xmlns:a16="http://schemas.microsoft.com/office/drawing/2014/main" id="{DD063AD1-EC0F-42E0-AE06-D2C8BD3B23B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76275" y="48101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D1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0D3ED"/>
                </a:solidFill>
                <a:latin typeface="Microsoft YaHei"/>
                <a:ea typeface="Microsoft YaHei"/>
                <a:cs typeface="Microsoft YaHei"/>
              </a:rPr>
              <a:t>在此填写本章节的一句话导语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1B7C161C-B2FD-4087-89D0-8B36BCEB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580CCF74-9F58-4309-B505-2EBFFEC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9775"/>
            <a:ext cx="533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pic>
        <p:nvPicPr>
          <p:cNvPr id="15" name="参考图案 / checker-warm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aa213ef0448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0"/>
            <a:ext cx="2857500" cy="5715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>
  <p:cSld name="14 结束页">
    <p:bg>
      <p:bgPr>
        <a:solidFill xmlns:a="http://schemas.openxmlformats.org/drawingml/2006/main">
          <a:srgbClr val="006AA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参考图案 / blue-banner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9a0d0bc04bba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00200"/>
            <a:ext cx="12192000" cy="5257800"/>
          </a:xfrm>
          <a:prstGeom xmlns:a="http://schemas.openxmlformats.org/drawingml/2006/main" prst="rect">
            <a:avLst/>
          </a:prstGeom>
        </p:spPr>
      </p:pic>
      <p:sp>
        <p:nvSpPr>
          <p:cNvPr id="2" name="品牌">
            <a:extLst xmlns:a="http://schemas.openxmlformats.org/drawingml/2006/main">
              <a:ext uri="{FF2B5EF4-FFF2-40B4-BE49-F238E27FC236}">
                <a16:creationId xmlns:a16="http://schemas.microsoft.com/office/drawing/2014/main" id="{04D154A2-1790-4D89-A63E-0130CF3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3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AD48120-3EC3-4DAB-9FB3-373FB3D4C66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09600" y="2381250"/>
            <a:ext cx="65913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让创意，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成为现实。</a:t>
            </a:r>
          </a:p>
        </p:txBody>
      </p:sp>
      <p:sp>
        <p:nvSpPr>
          <p:cNvPr id="4" name="结束副标题">
            <a:extLst xmlns:a="http://schemas.openxmlformats.org/drawingml/2006/main">
              <a:ext uri="{FF2B5EF4-FFF2-40B4-BE49-F238E27FC236}">
                <a16:creationId xmlns:a16="http://schemas.microsoft.com/office/drawing/2014/main" id="{2BF15EFF-98E1-4926-ADAC-4B0DF58F078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66750" y="45529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2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  /  欢迎交流</a:t>
            </a:r>
          </a:p>
        </p:txBody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D5F43E4C-F109-4A70-86CD-B2A19BB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BD00"/>
          </a:solidFill>
          <a:ln xmlns:a="http://schemas.openxmlformats.org/drawingml/2006/main" w="0">
            <a:noFill/>
          </a:ln>
        </p:spPr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71521CB5-F543-42C9-A41C-2390745E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0050"/>
          </a:solidFill>
          <a:ln xmlns:a="http://schemas.openxmlformats.org/drawingml/2006/main" w="0">
            <a:noFill/>
          </a:ln>
        </p:spPr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7A31F955-EE2E-4205-ADB0-8D7A331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00675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BC"/>
          </a:solidFill>
          <a:ln xmlns:a="http://schemas.openxmlformats.org/drawingml/2006/main" w="0">
            <a:noFill/>
          </a:ln>
        </p:spPr>
      </p:sp>
      <p:sp>
        <p:nvSpPr>
          <p:cNvPr id="8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4318983A-9837-4550-8FE3-587E23900C3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66750" y="6181725"/>
            <a:ext cx="657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团队名称   /   联系方式</a:t>
            </a:r>
          </a:p>
        </p:txBody>
      </p:sp>
      <p:pic>
        <p:nvPicPr>
          <p:cNvPr id="17" name="参考图案 / checker-coo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7e88d9eac4430"/>
          <a:srcRect xmlns:a="http://schemas.openxmlformats.org/drawingml/2006/main" l="168" t="0" r="1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0"/>
            <a:ext cx="2819400" cy="51435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78f7cb1f224810" /><Relationship Type="http://schemas.openxmlformats.org/officeDocument/2006/relationships/slideLayout" Target="/ppt/slideLayouts/slideLayout1.xml" Id="R93ba4c153af4402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472f8e7ea84436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b9b765576c64fcf" /><Relationship Type="http://schemas.openxmlformats.org/officeDocument/2006/relationships/slideLayout" Target="/ppt/slideLayouts/slideLayout12.xml" Id="Rc8838fc578bb4d50" /><Relationship Type="http://schemas.openxmlformats.org/officeDocument/2006/relationships/slideLayout" Target="/ppt/slideLayouts/slideLayout13.xml" Id="Rc84ede530a0047bf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c1efce711fc74929" /><Relationship Type="http://schemas.openxmlformats.org/officeDocument/2006/relationships/slideLayout" Target="/ppt/slideLayouts/slideLayout14.xml" Id="R9670f02b09524f52" /><Relationship Type="http://schemas.openxmlformats.org/officeDocument/2006/relationships/slideLayout" Target="/ppt/slideLayouts/slideLayout15.xml" Id="Rb81301f5fb174932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.png" Id="Rfa91b91cc8af4366" /><Relationship Type="http://schemas.openxmlformats.org/officeDocument/2006/relationships/image" Target="/ppt/media/image2.png" Id="R7d4d4a63d16b4df4" /><Relationship Type="http://schemas.openxmlformats.org/officeDocument/2006/relationships/theme" Target="/ppt/slideMasters/theme/theme6.xml" Id="Rd2021a3c5dc049de" /><Relationship Type="http://schemas.openxmlformats.org/officeDocument/2006/relationships/slideLayout" Target="/ppt/slideLayouts/slideLayout2.xml" Id="R6011d321f3404887" /><Relationship Type="http://schemas.openxmlformats.org/officeDocument/2006/relationships/slideLayout" Target="/ppt/slideLayouts/slideLayout3.xml" Id="R420496233a944ef5" /><Relationship Type="http://schemas.openxmlformats.org/officeDocument/2006/relationships/slideLayout" Target="/ppt/slideLayouts/slideLayout5.xml" Id="R99c4ed0db9a94ac6" /><Relationship Type="http://schemas.openxmlformats.org/officeDocument/2006/relationships/slideLayout" Target="/ppt/slideLayouts/slideLayout7.xml" Id="Rfaa2843b1fd44d69" /><Relationship Type="http://schemas.openxmlformats.org/officeDocument/2006/relationships/slideLayout" Target="/ppt/slideLayouts/slideLayout8.xml" Id="R6601f1f1f4014e17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3.png" Id="R9780307e8c7848dd" /><Relationship Type="http://schemas.openxmlformats.org/officeDocument/2006/relationships/image" Target="/ppt/media/image4.png" Id="R5d06007f70ac41de" /><Relationship Type="http://schemas.openxmlformats.org/officeDocument/2006/relationships/theme" Target="/ppt/slideMasters/theme/theme7.xml" Id="R357fc6c69b34415b" /><Relationship Type="http://schemas.openxmlformats.org/officeDocument/2006/relationships/slideLayout" Target="/ppt/slideLayouts/slideLayout4.xml" Id="R034e6927708a4f00" /><Relationship Type="http://schemas.openxmlformats.org/officeDocument/2006/relationships/slideLayout" Target="/ppt/slideLayouts/slideLayout6.xml" Id="R080a3af35e284192" /><Relationship Type="http://schemas.openxmlformats.org/officeDocument/2006/relationships/slideLayout" Target="/ppt/slideLayouts/slideLayout10.xml" Id="Rde7526df60e14081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image" Target="/ppt/media/image5.png" Id="R2b3b50c5a4624058" /><Relationship Type="http://schemas.openxmlformats.org/officeDocument/2006/relationships/image" Target="/ppt/media/image6.png" Id="R56cae15edbc243dd" /><Relationship Type="http://schemas.openxmlformats.org/officeDocument/2006/relationships/theme" Target="/ppt/slideMasters/theme/theme8.xml" Id="Re7c7b17175e944bb" /><Relationship Type="http://schemas.openxmlformats.org/officeDocument/2006/relationships/slideLayout" Target="/ppt/slideLayouts/slideLayout9.xml" Id="Rb71179c177014a86" /><Relationship Type="http://schemas.openxmlformats.org/officeDocument/2006/relationships/slideLayout" Target="/ppt/slideLayouts/slideLayout11.xml" Id="Ra37d0820acb440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a4c153af4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01 白底 · 常规内容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顶栏品牌">
            <a:extLst xmlns:a="http://schemas.openxmlformats.org/drawingml/2006/main">
              <a:ext uri="{FF2B5EF4-FFF2-40B4-BE49-F238E27FC236}">
                <a16:creationId xmlns:a16="http://schemas.microsoft.com/office/drawing/2014/main" id="{EC79050F-F033-4306-B9C1-5C0CF72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3" name="顶栏主题">
            <a:extLst xmlns:a="http://schemas.openxmlformats.org/drawingml/2006/main">
              <a:ext uri="{FF2B5EF4-FFF2-40B4-BE49-F238E27FC236}">
                <a16:creationId xmlns:a16="http://schemas.microsoft.com/office/drawing/2014/main" id="{5B9376A2-2A69-4F7D-8F44-F79E833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PROJECT REPORT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8597AE0-F299-4D63-9FCC-428B34C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92D2D1A6-AAE7-4549-A7E5-D9D025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rPr>
              <a:t>团队名称  /  项目汇报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p="http://schemas.openxmlformats.org/presentationml/2006/main">
  <p:cSld name="02 白底 · 封面与目录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c8838fc578bb4d50"/>
    <p:sldLayoutId xmlns:r="http://schemas.openxmlformats.org/officeDocument/2006/relationships" id="2147483653" r:id="Rc84ede530a0047bf"/>
  </p:sldLayoutIdLst>
</p:sldMaster>
</file>

<file path=ppt/slideMasters/slideMaster4.xml><?xml version="1.0" encoding="utf-8"?>
<p:sldMaster xmlns:p="http://schemas.openxmlformats.org/presentationml/2006/main">
  <p:cSld name="03 蓝底 · 章节与结束">
    <p:bg>
      <p:bgPr>
        <a:solidFill xmlns:a="http://schemas.openxmlformats.org/drawingml/2006/main">
          <a:srgbClr val="006AA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9670f02b09524f52"/>
    <p:sldLayoutId xmlns:r="http://schemas.openxmlformats.org/officeDocument/2006/relationships" id="2147483656" r:id="Rb81301f5fb174932"/>
  </p:sldLayoutIdLst>
</p:sldMaster>
</file>

<file path=ppt/slideMasters/slideMaster5.xml><?xml version="1.0" encoding="utf-8"?>
<p:sldMaster xmlns:p="http://schemas.openxmlformats.org/presentationml/2006/main">
  <p:cSld name="V2 / 蓝绿图案正文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脚色面">
            <a:extLst xmlns:a="http://schemas.openxmlformats.org/drawingml/2006/main">
              <a:ext uri="{FF2B5EF4-FFF2-40B4-BE49-F238E27FC236}">
                <a16:creationId xmlns:a16="http://schemas.microsoft.com/office/drawing/2014/main" id="{0835DAB6-B990-4326-B73B-A0AF9DE2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2935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F7D"/>
          </a:solidFill>
          <a:ln xmlns:a="http://schemas.openxmlformats.org/drawingml/2006/main" w="0">
            <a:noFill/>
          </a:ln>
        </p:spPr>
      </p:sp>
      <p:sp>
        <p:nvSpPr>
          <p:cNvPr id="3" name="整幅页眉色面">
            <a:extLst xmlns:a="http://schemas.openxmlformats.org/drawingml/2006/main">
              <a:ext uri="{FF2B5EF4-FFF2-40B4-BE49-F238E27FC236}">
                <a16:creationId xmlns:a16="http://schemas.microsoft.com/office/drawing/2014/main" id="{0654547F-7657-49A7-AB2D-534175CA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B"/>
          </a:solidFill>
          <a:ln xmlns:a="http://schemas.openxmlformats.org/drawingml/2006/main" w="0">
            <a:noFill/>
          </a:ln>
        </p:spPr>
      </p:sp>
      <p:sp>
        <p:nvSpPr>
          <p:cNvPr id="4" name="顶栏品牌">
            <a:extLst xmlns:a="http://schemas.openxmlformats.org/drawingml/2006/main">
              <a:ext uri="{FF2B5EF4-FFF2-40B4-BE49-F238E27FC236}">
                <a16:creationId xmlns:a16="http://schemas.microsoft.com/office/drawing/2014/main" id="{EC79050F-F033-4306-B9C1-5C0CF72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5" name="顶栏主题">
            <a:extLst xmlns:a="http://schemas.openxmlformats.org/drawingml/2006/main">
              <a:ext uri="{FF2B5EF4-FFF2-40B4-BE49-F238E27FC236}">
                <a16:creationId xmlns:a16="http://schemas.microsoft.com/office/drawing/2014/main" id="{5B9376A2-2A69-4F7D-8F44-F79E833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4E5EA"/>
                </a:solidFill>
                <a:latin typeface="Microsoft YaHei"/>
                <a:ea typeface="Microsoft YaHei"/>
                <a:cs typeface="Microsoft YaHei"/>
              </a:rPr>
              <a:t>PROJECT REPORT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98597AE0-F299-4D63-9FCC-428B34C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92D2D1A6-AAE7-4549-A7E5-D9D025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DF1"/>
                </a:solidFill>
                <a:latin typeface="Microsoft YaHei"/>
                <a:ea typeface="Microsoft YaHei"/>
                <a:cs typeface="Microsoft YaHei"/>
              </a:rPr>
              <a:t>团队名称  /  项目汇报</a:t>
            </a:r>
          </a:p>
        </p:txBody>
      </p:sp>
      <p:sp>
        <p:nvSpPr>
          <p:cNvPr id="8" name="页眉强调线">
            <a:extLst xmlns:a="http://schemas.openxmlformats.org/drawingml/2006/main">
              <a:ext uri="{FF2B5EF4-FFF2-40B4-BE49-F238E27FC236}">
                <a16:creationId xmlns:a16="http://schemas.microsoft.com/office/drawing/2014/main" id="{80248173-07EC-4B05-882B-1795379E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</a:ln>
        </p:spPr>
      </p:sp>
      <p:pic>
        <p:nvPicPr>
          <p:cNvPr id="9" name="参考图案 / gear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1b91cc8af4366"/>
          <a:srcRect xmlns:a="http://schemas.openxmlformats.org/drawingml/2006/main" l="0" t="7202" r="0" b="7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0"/>
            <a:ext cx="3086100" cy="1981200"/>
          </a:xfrm>
          <a:prstGeom xmlns:a="http://schemas.openxmlformats.org/drawingml/2006/main" prst="rect">
            <a:avLst/>
          </a:prstGeom>
        </p:spPr>
      </p:pic>
      <p:pic>
        <p:nvPicPr>
          <p:cNvPr id="10" name="参考图案 / checker-coo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d4a63d16b4d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6381750"/>
            <a:ext cx="2619375" cy="47625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6011d321f3404887"/>
    <p:sldLayoutId xmlns:r="http://schemas.openxmlformats.org/officeDocument/2006/relationships" id="2147483659" r:id="R420496233a944ef5"/>
    <p:sldLayoutId xmlns:r="http://schemas.openxmlformats.org/officeDocument/2006/relationships" id="2147483660" r:id="R99c4ed0db9a94ac6"/>
    <p:sldLayoutId xmlns:r="http://schemas.openxmlformats.org/officeDocument/2006/relationships" id="2147483661" r:id="Rfaa2843b1fd44d69"/>
    <p:sldLayoutId xmlns:r="http://schemas.openxmlformats.org/officeDocument/2006/relationships" id="2147483662" r:id="R6601f1f1f4014e17"/>
  </p:sldLayoutIdLst>
</p:sldMaster>
</file>

<file path=ppt/slideMasters/slideMaster6.xml><?xml version="1.0" encoding="utf-8"?>
<p:sldMaster xmlns:p="http://schemas.openxmlformats.org/presentationml/2006/main">
  <p:cSld name="V2 / 暖色图案正文"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脚色面">
            <a:extLst xmlns:a="http://schemas.openxmlformats.org/drawingml/2006/main">
              <a:ext uri="{FF2B5EF4-FFF2-40B4-BE49-F238E27FC236}">
                <a16:creationId xmlns:a16="http://schemas.microsoft.com/office/drawing/2014/main" id="{009CE089-8A5B-4D80-AE96-156AF5D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2935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F7D"/>
          </a:solidFill>
          <a:ln xmlns:a="http://schemas.openxmlformats.org/drawingml/2006/main" w="0">
            <a:noFill/>
          </a:ln>
        </p:spPr>
      </p:sp>
      <p:sp>
        <p:nvSpPr>
          <p:cNvPr id="3" name="整幅页眉色面">
            <a:extLst xmlns:a="http://schemas.openxmlformats.org/drawingml/2006/main">
              <a:ext uri="{FF2B5EF4-FFF2-40B4-BE49-F238E27FC236}">
                <a16:creationId xmlns:a16="http://schemas.microsoft.com/office/drawing/2014/main" id="{A0A47C26-9502-406F-B08B-6388623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0050"/>
          </a:solidFill>
          <a:ln xmlns:a="http://schemas.openxmlformats.org/drawingml/2006/main" w="0">
            <a:noFill/>
          </a:ln>
        </p:spPr>
      </p:sp>
      <p:sp>
        <p:nvSpPr>
          <p:cNvPr id="4" name="顶栏品牌">
            <a:extLst xmlns:a="http://schemas.openxmlformats.org/drawingml/2006/main">
              <a:ext uri="{FF2B5EF4-FFF2-40B4-BE49-F238E27FC236}">
                <a16:creationId xmlns:a16="http://schemas.microsoft.com/office/drawing/2014/main" id="{EC79050F-F033-4306-B9C1-5C0CF72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5" name="顶栏主题">
            <a:extLst xmlns:a="http://schemas.openxmlformats.org/drawingml/2006/main">
              <a:ext uri="{FF2B5EF4-FFF2-40B4-BE49-F238E27FC236}">
                <a16:creationId xmlns:a16="http://schemas.microsoft.com/office/drawing/2014/main" id="{5B9376A2-2A69-4F7D-8F44-F79E833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4E5EA"/>
                </a:solidFill>
                <a:latin typeface="Microsoft YaHei"/>
                <a:ea typeface="Microsoft YaHei"/>
                <a:cs typeface="Microsoft YaHei"/>
              </a:rPr>
              <a:t>PROJECT REPORT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98597AE0-F299-4D63-9FCC-428B34C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92D2D1A6-AAE7-4549-A7E5-D9D025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DF1"/>
                </a:solidFill>
                <a:latin typeface="Microsoft YaHei"/>
                <a:ea typeface="Microsoft YaHei"/>
                <a:cs typeface="Microsoft YaHei"/>
              </a:rPr>
              <a:t>团队名称  /  项目汇报</a:t>
            </a:r>
          </a:p>
        </p:txBody>
      </p:sp>
      <p:sp>
        <p:nvSpPr>
          <p:cNvPr id="8" name="页眉强调线">
            <a:extLst xmlns:a="http://schemas.openxmlformats.org/drawingml/2006/main">
              <a:ext uri="{FF2B5EF4-FFF2-40B4-BE49-F238E27FC236}">
                <a16:creationId xmlns:a16="http://schemas.microsoft.com/office/drawing/2014/main" id="{074EF5BD-608C-4ABB-BEEC-E95FDDF5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</a:ln>
        </p:spPr>
      </p:sp>
      <p:pic>
        <p:nvPicPr>
          <p:cNvPr id="9" name="参考图案 / volleybal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0307e8c7848dd"/>
          <a:srcRect xmlns:a="http://schemas.openxmlformats.org/drawingml/2006/main" l="0" t="7415" r="0" b="74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0"/>
            <a:ext cx="3086100" cy="1981200"/>
          </a:xfrm>
          <a:prstGeom xmlns:a="http://schemas.openxmlformats.org/drawingml/2006/main" prst="rect">
            <a:avLst/>
          </a:prstGeom>
        </p:spPr>
      </p:pic>
      <p:pic>
        <p:nvPicPr>
          <p:cNvPr id="10" name="参考图案 / checker-coo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6007f70ac41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6381750"/>
            <a:ext cx="2619375" cy="47625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34e6927708a4f00"/>
    <p:sldLayoutId xmlns:r="http://schemas.openxmlformats.org/officeDocument/2006/relationships" id="2147483665" r:id="R080a3af35e284192"/>
    <p:sldLayoutId xmlns:r="http://schemas.openxmlformats.org/officeDocument/2006/relationships" id="2147483666" r:id="Rde7526df60e14081"/>
  </p:sldLayoutIdLst>
</p:sldMaster>
</file>

<file path=ppt/slideMasters/slideMaster7.xml><?xml version="1.0" encoding="utf-8"?>
<p:sldMaster xmlns:p="http://schemas.openxmlformats.org/presentationml/2006/main">
  <p:cSld name="V2 / 彩色圆弧正文"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页脚色面">
            <a:extLst xmlns:a="http://schemas.openxmlformats.org/drawingml/2006/main">
              <a:ext uri="{FF2B5EF4-FFF2-40B4-BE49-F238E27FC236}">
                <a16:creationId xmlns:a16="http://schemas.microsoft.com/office/drawing/2014/main" id="{38D9DA25-190F-411C-BC64-21A5250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2935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F7D"/>
          </a:solidFill>
          <a:ln xmlns:a="http://schemas.openxmlformats.org/drawingml/2006/main" w="0">
            <a:noFill/>
          </a:ln>
        </p:spPr>
      </p:sp>
      <p:sp>
        <p:nvSpPr>
          <p:cNvPr id="3" name="整幅页眉色面">
            <a:extLst xmlns:a="http://schemas.openxmlformats.org/drawingml/2006/main">
              <a:ext uri="{FF2B5EF4-FFF2-40B4-BE49-F238E27FC236}">
                <a16:creationId xmlns:a16="http://schemas.microsoft.com/office/drawing/2014/main" id="{E9329982-C01C-4EA7-A6A7-98856258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94"/>
          </a:solidFill>
          <a:ln xmlns:a="http://schemas.openxmlformats.org/drawingml/2006/main" w="0">
            <a:noFill/>
          </a:ln>
        </p:spPr>
      </p:sp>
      <p:sp>
        <p:nvSpPr>
          <p:cNvPr id="4" name="顶栏品牌">
            <a:extLst xmlns:a="http://schemas.openxmlformats.org/drawingml/2006/main">
              <a:ext uri="{FF2B5EF4-FFF2-40B4-BE49-F238E27FC236}">
                <a16:creationId xmlns:a16="http://schemas.microsoft.com/office/drawing/2014/main" id="{EC79050F-F033-4306-B9C1-5C0CF72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ROBOCON</a:t>
            </a:r>
          </a:p>
        </p:txBody>
      </p:sp>
      <p:sp>
        <p:nvSpPr>
          <p:cNvPr id="5" name="顶栏主题">
            <a:extLst xmlns:a="http://schemas.openxmlformats.org/drawingml/2006/main">
              <a:ext uri="{FF2B5EF4-FFF2-40B4-BE49-F238E27FC236}">
                <a16:creationId xmlns:a16="http://schemas.microsoft.com/office/drawing/2014/main" id="{5B9376A2-2A69-4F7D-8F44-F79E833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4E5EA"/>
                </a:solidFill>
                <a:latin typeface="Microsoft YaHei"/>
                <a:ea typeface="Microsoft YaHei"/>
                <a:cs typeface="Microsoft YaHei"/>
              </a:rPr>
              <a:t>PROJECT REPORT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98597AE0-F299-4D63-9FCC-428B34C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92D2D1A6-AAE7-4549-A7E5-D9D025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DF1"/>
                </a:solidFill>
                <a:latin typeface="Microsoft YaHei"/>
                <a:ea typeface="Microsoft YaHei"/>
                <a:cs typeface="Microsoft YaHei"/>
              </a:rPr>
              <a:t>团队名称  /  项目汇报</a:t>
            </a:r>
          </a:p>
        </p:txBody>
      </p:sp>
      <p:sp>
        <p:nvSpPr>
          <p:cNvPr id="8" name="页眉强调线">
            <a:extLst xmlns:a="http://schemas.openxmlformats.org/drawingml/2006/main">
              <a:ext uri="{FF2B5EF4-FFF2-40B4-BE49-F238E27FC236}">
                <a16:creationId xmlns:a16="http://schemas.microsoft.com/office/drawing/2014/main" id="{6D16F618-757B-4A2A-906A-4E4EF19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noFill/>
          </a:ln>
        </p:spPr>
      </p:sp>
      <p:pic>
        <p:nvPicPr>
          <p:cNvPr id="9" name="参考图案 / arc-corner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b50c5a4624058"/>
          <a:srcRect xmlns:a="http://schemas.openxmlformats.org/drawingml/2006/main" l="1910" t="0" r="19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0"/>
            <a:ext cx="3086100" cy="1981200"/>
          </a:xfrm>
          <a:prstGeom xmlns:a="http://schemas.openxmlformats.org/drawingml/2006/main" prst="rect">
            <a:avLst/>
          </a:prstGeom>
        </p:spPr>
      </p:pic>
      <p:pic>
        <p:nvPicPr>
          <p:cNvPr id="10" name="参考图案 / checker-coo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ae15edbc243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6381750"/>
            <a:ext cx="2619375" cy="47625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b71179c177014a86"/>
    <p:sldLayoutId xmlns:r="http://schemas.openxmlformats.org/officeDocument/2006/relationships" id="2147483669" r:id="Ra37d0820acb44062"/>
  </p:sldLayoutIdLst>
</p:sldMaster>
</file>

<file path=ppt/slideMasters/theme/theme2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8f6e63656eb4bdb" /><Relationship Type="http://schemas.openxmlformats.org/officeDocument/2006/relationships/notesSlide" Target="/ppt/notesSlides/notesSlide1.xml" Id="R765bb8fbf0db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b05f48fc5e24025" /><Relationship Type="http://schemas.openxmlformats.org/officeDocument/2006/relationships/notesSlide" Target="/ppt/notesSlides/notesSlide2.xml" Id="R59e173536880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79fca22c9224ff2" /><Relationship Type="http://schemas.openxmlformats.org/officeDocument/2006/relationships/notesSlide" Target="/ppt/notesSlides/notesSlide3.xml" Id="R92dca389a31644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615fa15b74d17" /><Relationship Type="http://schemas.openxmlformats.org/officeDocument/2006/relationships/notesSlide" Target="/ppt/notesSlides/notesSlide4.xml" Id="R6a40976fb8fa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be3712e11c4c9a" /><Relationship Type="http://schemas.openxmlformats.org/officeDocument/2006/relationships/notesSlide" Target="/ppt/notesSlides/notesSlide5.xml" Id="R2c000dc9cc0c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ba4675ee6da4396" /><Relationship Type="http://schemas.openxmlformats.org/officeDocument/2006/relationships/notesSlide" Target="/ppt/notesSlides/notesSlide6.xml" Id="R75effd6ea53047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c151db244742a5" /><Relationship Type="http://schemas.openxmlformats.org/officeDocument/2006/relationships/notesSlide" Target="/ppt/notesSlides/notesSlide7.xml" Id="R7970de792bd548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a85595aad46ba" /><Relationship Type="http://schemas.openxmlformats.org/officeDocument/2006/relationships/notesSlide" Target="/ppt/notesSlides/notesSlide8.xml" Id="R16ac01a8ea8e4b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12ec690b7f406d" /><Relationship Type="http://schemas.openxmlformats.org/officeDocument/2006/relationships/notesSlide" Target="/ppt/notesSlides/notesSlide9.xml" Id="Ra52573d74b5b48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a1fe993848b45b1" /><Relationship Type="http://schemas.openxmlformats.org/officeDocument/2006/relationships/chart" Target="/ppt/slides/charts/chart1.xml" Id="R7e9acfb20d894a34" /><Relationship Type="http://schemas.openxmlformats.org/officeDocument/2006/relationships/notesSlide" Target="/ppt/notesSlides/notesSlide10.xml" Id="R3844ce314aa448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d3b402a001d41e0" /><Relationship Type="http://schemas.openxmlformats.org/officeDocument/2006/relationships/notesSlide" Target="/ppt/notesSlides/notesSlide11.xml" Id="R5ad2da9ee51545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c40a7ddcd364c42" /><Relationship Type="http://schemas.openxmlformats.org/officeDocument/2006/relationships/notesSlide" Target="/ppt/notesSlides/notesSlide12.xml" Id="R4a5c775e418347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dc30de735ab46e7" /><Relationship Type="http://schemas.openxmlformats.org/officeDocument/2006/relationships/notesSlide" Target="/ppt/notesSlides/notesSlide13.xml" Id="R35362ab10f4348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70b530ff3a44cef" /><Relationship Type="http://schemas.openxmlformats.org/officeDocument/2006/relationships/notesSlide" Target="/ppt/notesSlides/notesSlide14.xml" Id="R49c32e9dcf3d4ad8" /></Relationships>
</file>

<file path=ppt/slides/charts/_rels/chart1.xml.rels><?xml version='1.0' encoding='utf-8'?>
<Relationships xmlns="http://schemas.openxmlformats.org/package/2006/relationships"><Relationship Id="rIdEditableData" Type="http://schemas.openxmlformats.org/officeDocument/2006/relationships/package" Target="../../embeddings/chart1.xlsx" 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方案 A</c:v>
                </c:pt>
              </c:strCache>
            </c:strRef>
          </c:tx>
          <c:spPr>
            <a:solidFill>
              <a:srgbClr val="006AAB"/>
            </a:solidFill>
          </c:spPr>
          <c:cat>
            <c:strRef>
              <c:f>Data!$A$2:$A$4</c:f>
              <c:strCache>
                <c:ptCount val="3"/>
                <c:pt idx="0">
                  <c:v>测试一</c:v>
                </c:pt>
                <c:pt idx="1">
                  <c:v>测试二</c:v>
                </c:pt>
                <c:pt idx="2">
                  <c:v>测试三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60</c:v>
                </c:pt>
                <c:pt idx="1">
                  <c:v>72</c:v>
                </c:pt>
                <c:pt idx="2">
                  <c:v>68</c:v>
                </c:pt>
              </c:numCache>
            </c:numRef>
          </c:val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方案 B</c:v>
                </c:pt>
              </c:strCache>
            </c:strRef>
          </c:tx>
          <c:spPr>
            <a:solidFill>
              <a:srgbClr val="54B8BC"/>
            </a:solidFill>
          </c:spPr>
          <c:cat>
            <c:strRef>
              <c:f>Data!$A$2:$A$4</c:f>
              <c:strCache>
                <c:ptCount val="3"/>
                <c:pt idx="0">
                  <c:v>测试一</c:v>
                </c:pt>
                <c:pt idx="1">
                  <c:v>测试二</c:v>
                </c:pt>
                <c:pt idx="2">
                  <c:v>测试三</c:v>
                </c:pt>
              </c:strCache>
            </c:strRef>
          </c:cat>
          <c:val>
            <c:numRef>
              <c:f>Data!$C$2:$C$4</c:f>
              <c:numCache>
                <c:formatCode>General</c:formatCode>
                <c:ptCount val="3"/>
                <c:pt idx="0">
                  <c:v>82</c:v>
                </c:pt>
                <c:pt idx="1">
                  <c:v>89</c:v>
                </c:pt>
                <c:pt idx="2">
                  <c:v>92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350">
                  <a:solidFill>
                    <a:srgbClr val="1836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FE8EB"/>
            </a:solidFill>
          </a:ln>
        </c:spPr>
        <c:txPr>
          <a:bodyPr anchorCtr="1"/>
          <a:lstStyle/>
          <a:p>
            <a:pPr>
              <a:defRPr sz="1425">
                <a:solidFill>
                  <a:srgbClr val="6D818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FE8EB"/>
              </a:solidFill>
            </a:ln>
          </c:spPr>
        </c:majorGridlines>
        <c:numFmt formatCode="General"/>
        <c:majorTickMark val="none"/>
        <c:minorTickMark val="none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6D818C"/>
                </a:solidFill>
              </a:defRPr>
            </a:pPr>
          </a:p>
        </c:txPr>
        <c:crossAx val="48650112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6D818C"/>
              </a:solidFill>
            </a:defRPr>
          </a:pPr>
        </a:p>
      </c:txPr>
    </c:legend>
    <c:plotVisOnly val="1"/>
  </c:chart>
  <c:spPr>
    <a:solidFill>
      <a:srgbClr val="FFFFFF"/>
    </a:solidFill>
    <a:ln w="0">
      <a:noFill/>
    </a:ln>
  </c:spPr>
  <c:externalData r:id="rIdEditableData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6AA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F9999C23-1BAB-4B75-85E3-1B6A49C83E0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09600" y="2190750"/>
            <a:ext cx="647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[项目名称]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方案汇报</a:t>
            </a:r>
          </a:p>
        </p:txBody>
      </p:sp>
      <p:sp>
        <p:nvSpPr>
          <p:cNvPr id="2" name="封面副标题">
            <a:extLst xmlns:a="http://schemas.openxmlformats.org/drawingml/2006/main">
              <a:ext uri="{FF2B5EF4-FFF2-40B4-BE49-F238E27FC236}">
                <a16:creationId xmlns:a16="http://schemas.microsoft.com/office/drawing/2014/main" id="{0B302EA1-4033-45C8-9548-20E2E55563D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7700" y="43053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F1F0"/>
                </a:solidFill>
                <a:latin typeface="Microsoft YaHei"/>
                <a:ea typeface="Microsoft YaHei"/>
                <a:cs typeface="Microsoft YaHei"/>
              </a:rPr>
              <a:t>在此填写简短的项目说明</a:t>
            </a:r>
          </a:p>
        </p:txBody>
      </p:sp>
      <p:sp>
        <p:nvSpPr>
          <p:cNvPr id="3" name="汇报信息">
            <a:extLst xmlns:a="http://schemas.openxmlformats.org/drawingml/2006/main">
              <a:ext uri="{FF2B5EF4-FFF2-40B4-BE49-F238E27FC236}">
                <a16:creationId xmlns:a16="http://schemas.microsoft.com/office/drawing/2014/main" id="{7CE951E8-A785-4759-8493-6CE65D43933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47700" y="600075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团队名称   /   汇报人   /   2026.XX</a:t>
            </a:r>
          </a:p>
        </p:txBody>
      </p:sp>
    </p:spTree>
    <p:extLst>
      <p:ext uri="{BB962C8B-B14F-4D97-AF65-F5344CB8AC3E}">
        <p14:creationId xmlns:p14="http://schemas.microsoft.com/office/powerpoint/2010/main" val="817663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目录标题">
            <a:extLst xmlns:a="http://schemas.openxmlformats.org/drawingml/2006/main">
              <a:ext uri="{FF2B5EF4-FFF2-40B4-BE49-F238E27FC236}">
                <a16:creationId xmlns:a16="http://schemas.microsoft.com/office/drawing/2014/main" id="{83375878-4F8D-4F7A-86EA-6D8213EC40B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57200" y="12192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2" name="目录说明">
            <a:extLst xmlns:a="http://schemas.openxmlformats.org/drawingml/2006/main">
              <a:ext uri="{FF2B5EF4-FFF2-40B4-BE49-F238E27FC236}">
                <a16:creationId xmlns:a16="http://schemas.microsoft.com/office/drawing/2014/main" id="{0A5BAA27-E0D0-4F16-BD39-B84352FC385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7200" y="2171700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DDEB"/>
                </a:solidFill>
                <a:latin typeface="Microsoft YaHei"/>
                <a:ea typeface="Microsoft YaHei"/>
                <a:cs typeface="Microsoft YaHei"/>
              </a:rPr>
              <a:t>从问题出发，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DDEB"/>
                </a:solidFill>
                <a:latin typeface="Microsoft YaHei"/>
                <a:ea typeface="Microsoft YaHei"/>
                <a:cs typeface="Microsoft YaHei"/>
              </a:rPr>
              <a:t>让方案落地。</a:t>
            </a:r>
          </a:p>
        </p:txBody>
      </p:sp>
      <p:sp>
        <p:nvSpPr>
          <p:cNvPr id="3" name="目录项0">
            <a:extLst xmlns:a="http://schemas.openxmlformats.org/drawingml/2006/main">
              <a:ext uri="{FF2B5EF4-FFF2-40B4-BE49-F238E27FC236}">
                <a16:creationId xmlns:a16="http://schemas.microsoft.com/office/drawing/2014/main" id="{530CB020-BCDB-4C14-B9D7-B4684789FA0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962650" y="13239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目录项1">
            <a:extLst xmlns:a="http://schemas.openxmlformats.org/drawingml/2006/main">
              <a:ext uri="{FF2B5EF4-FFF2-40B4-BE49-F238E27FC236}">
                <a16:creationId xmlns:a16="http://schemas.microsoft.com/office/drawing/2014/main" id="{79E27136-4E03-46AC-9D1F-6ED3FED86AF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962650" y="25146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</a:p>
        </p:txBody>
      </p:sp>
      <p:sp>
        <p:nvSpPr>
          <p:cNvPr id="5" name="目录项2">
            <a:extLst xmlns:a="http://schemas.openxmlformats.org/drawingml/2006/main">
              <a:ext uri="{FF2B5EF4-FFF2-40B4-BE49-F238E27FC236}">
                <a16:creationId xmlns:a16="http://schemas.microsoft.com/office/drawing/2014/main" id="{43CAD605-949E-40FA-A855-6092F764F5B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5962650" y="37052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6" name="目录项3">
            <a:extLst xmlns:a="http://schemas.openxmlformats.org/drawingml/2006/main">
              <a:ext uri="{FF2B5EF4-FFF2-40B4-BE49-F238E27FC236}">
                <a16:creationId xmlns:a16="http://schemas.microsoft.com/office/drawing/2014/main" id="{313F7F3B-08EA-4202-B271-593D44A50FC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5962650" y="4895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计划与展望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CF51798A-13FC-484C-9A2C-DEB9BD07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53D5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8896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880C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411EBB36-A5D7-4D6A-9151-E83CABC6E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6383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850" b="1">
                <a:solidFill>
                  <a:srgbClr val="75C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0" b="1">
                <a:solidFill>
                  <a:srgbClr val="FFD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76774D2-A676-4531-B884-6A01C8000F6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47700" y="37338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章节描述">
            <a:extLst xmlns:a="http://schemas.openxmlformats.org/drawingml/2006/main">
              <a:ext uri="{FF2B5EF4-FFF2-40B4-BE49-F238E27FC236}">
                <a16:creationId xmlns:a16="http://schemas.microsoft.com/office/drawing/2014/main" id="{DD063AD1-EC0F-42E0-AE06-D2C8BD3B23B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76275" y="48101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D1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0D3ED"/>
                </a:solidFill>
                <a:latin typeface="Microsoft YaHei"/>
                <a:ea typeface="Microsoft YaHei"/>
                <a:cs typeface="Microsoft YaHei"/>
              </a:rPr>
              <a:t>在此填写本章节的一句话导语</a:t>
            </a:r>
          </a:p>
        </p:txBody>
      </p:sp>
    </p:spTree>
    <p:extLst>
      <p:ext uri="{BB962C8B-B14F-4D97-AF65-F5344CB8AC3E}">
        <p14:creationId xmlns:p14="http://schemas.microsoft.com/office/powerpoint/2010/main" val="2115605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A5E77E-7306-43C9-9ABB-722DC9D4D6E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2" name="核心陈述">
            <a:extLst xmlns:a="http://schemas.openxmlformats.org/drawingml/2006/main">
              <a:ext uri="{FF2B5EF4-FFF2-40B4-BE49-F238E27FC236}">
                <a16:creationId xmlns:a16="http://schemas.microsoft.com/office/drawing/2014/main" id="{CB75220D-60E5-4E0D-8510-1F4734FD7F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2562225"/>
            <a:ext cx="5095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用一句话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说明项目价值</a:t>
            </a:r>
          </a:p>
        </p:txBody>
      </p:sp>
      <p:sp>
        <p:nvSpPr>
          <p:cNvPr id="3" name="项目简介">
            <a:extLst xmlns:a="http://schemas.openxmlformats.org/drawingml/2006/main">
              <a:ext uri="{FF2B5EF4-FFF2-40B4-BE49-F238E27FC236}">
                <a16:creationId xmlns:a16="http://schemas.microsoft.com/office/drawing/2014/main" id="{67C1149A-3394-4BCE-8176-356AFCF5FA0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23900" y="44577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在此简要描述项目的应用场景、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服务对象与预期价值。</a:t>
            </a:r>
          </a:p>
        </p:txBody>
      </p:sp>
      <p:sp>
        <p:nvSpPr>
          <p:cNvPr id="4" name="项目子标题0">
            <a:extLst xmlns:a="http://schemas.openxmlformats.org/drawingml/2006/main">
              <a:ext uri="{FF2B5EF4-FFF2-40B4-BE49-F238E27FC236}">
                <a16:creationId xmlns:a16="http://schemas.microsoft.com/office/drawing/2014/main" id="{4A64528C-FAC5-4504-BB1A-74E9711D9F2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372350" y="22574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项目内容0">
            <a:extLst xmlns:a="http://schemas.openxmlformats.org/drawingml/2006/main">
              <a:ext uri="{FF2B5EF4-FFF2-40B4-BE49-F238E27FC236}">
                <a16:creationId xmlns:a16="http://schemas.microsoft.com/office/drawing/2014/main" id="{01C3CDFC-6DCE-4830-8A4C-18930F5B0A7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372350" y="27241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说明当前场景与已有条件。</a:t>
            </a:r>
          </a:p>
        </p:txBody>
      </p:sp>
      <p:sp>
        <p:nvSpPr>
          <p:cNvPr id="6" name="项目子标题1">
            <a:extLst xmlns:a="http://schemas.openxmlformats.org/drawingml/2006/main">
              <a:ext uri="{FF2B5EF4-FFF2-40B4-BE49-F238E27FC236}">
                <a16:creationId xmlns:a16="http://schemas.microsoft.com/office/drawing/2014/main" id="{0C3CD12F-1391-4D1D-8303-63ACCA588C3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372350" y="34290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关键问题</a:t>
            </a:r>
          </a:p>
        </p:txBody>
      </p:sp>
      <p:sp>
        <p:nvSpPr>
          <p:cNvPr id="7" name="项目内容1">
            <a:extLst xmlns:a="http://schemas.openxmlformats.org/drawingml/2006/main">
              <a:ext uri="{FF2B5EF4-FFF2-40B4-BE49-F238E27FC236}">
                <a16:creationId xmlns:a16="http://schemas.microsoft.com/office/drawing/2014/main" id="{F892BB37-7DC5-4B7B-BC3A-816F28283B1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372350" y="38957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描述需要解决的核心问题。</a:t>
            </a:r>
          </a:p>
        </p:txBody>
      </p:sp>
      <p:sp>
        <p:nvSpPr>
          <p:cNvPr id="8" name="项目子标题2">
            <a:extLst xmlns:a="http://schemas.openxmlformats.org/drawingml/2006/main">
              <a:ext uri="{FF2B5EF4-FFF2-40B4-BE49-F238E27FC236}">
                <a16:creationId xmlns:a16="http://schemas.microsoft.com/office/drawing/2014/main" id="{CCE132BE-E34E-4AF6-9E8F-AD4713FCD71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372350" y="4600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9" name="项目内容2">
            <a:extLst xmlns:a="http://schemas.openxmlformats.org/drawingml/2006/main">
              <a:ext uri="{FF2B5EF4-FFF2-40B4-BE49-F238E27FC236}">
                <a16:creationId xmlns:a16="http://schemas.microsoft.com/office/drawing/2014/main" id="{435A71D7-DC10-405A-8793-9E23E7B8235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372350" y="50673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明确可衡量的目标与交付结果。</a:t>
            </a:r>
          </a:p>
        </p:txBody>
      </p:sp>
      <p:sp>
        <p:nvSpPr>
          <p:cNvPr id="10" name="页码">
            <a:extLst xmlns:a="http://schemas.openxmlformats.org/drawingml/2006/main">
              <a:ext uri="{FF2B5EF4-FFF2-40B4-BE49-F238E27FC236}">
                <a16:creationId xmlns:a16="http://schemas.microsoft.com/office/drawing/2014/main" id="{292C0931-1066-4AE2-B79E-83F1254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7611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98BEEE2-5414-4BBF-A5E1-C26B9F44B88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方案展示</a:t>
            </a:r>
          </a:p>
        </p:txBody>
      </p:sp>
      <p:sp>
        <p:nvSpPr>
          <p:cNvPr id="2" name="项目图片">
            <a:extLst xmlns:a="http://schemas.openxmlformats.org/drawingml/2006/main">
              <a:ext uri="{FF2B5EF4-FFF2-40B4-BE49-F238E27FC236}">
                <a16:creationId xmlns:a16="http://schemas.microsoft.com/office/drawing/2014/main" id="{32FA2FBA-E30A-47F2-A048-D09B4D0D46C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85800" y="2047875"/>
            <a:ext cx="6248400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46D7E"/>
                </a:solidFill>
                <a:latin typeface="Microsoft YaHei"/>
                <a:ea typeface="Microsoft YaHei"/>
                <a:cs typeface="Microsoft YaHei"/>
              </a:rPr>
              <a:t>项目图片 / 结构示意图</a:t>
            </a:r>
          </a:p>
        </p:txBody>
      </p:sp>
      <p:sp>
        <p:nvSpPr>
          <p:cNvPr id="3" name="图注">
            <a:extLst xmlns:a="http://schemas.openxmlformats.org/drawingml/2006/main">
              <a:ext uri="{FF2B5EF4-FFF2-40B4-BE49-F238E27FC236}">
                <a16:creationId xmlns:a16="http://schemas.microsoft.com/office/drawing/2014/main" id="{1871505B-56D5-4C1B-ABF6-1923F9375A2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5743575"/>
            <a:ext cx="624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图 01  ·  在此填写图片说明</a:t>
            </a:r>
          </a:p>
        </p:txBody>
      </p:sp>
      <p:sp>
        <p:nvSpPr>
          <p:cNvPr id="4" name="方案亮点">
            <a:extLst xmlns:a="http://schemas.openxmlformats.org/drawingml/2006/main">
              <a:ext uri="{FF2B5EF4-FFF2-40B4-BE49-F238E27FC236}">
                <a16:creationId xmlns:a16="http://schemas.microsoft.com/office/drawing/2014/main" id="{C73C8316-E853-4313-A21C-BBA551BB50B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524750" y="2276475"/>
            <a:ext cx="398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核心设计亮点</a:t>
            </a:r>
          </a:p>
        </p:txBody>
      </p:sp>
      <p:sp>
        <p:nvSpPr>
          <p:cNvPr id="5" name="方案描述">
            <a:extLst xmlns:a="http://schemas.openxmlformats.org/drawingml/2006/main">
              <a:ext uri="{FF2B5EF4-FFF2-40B4-BE49-F238E27FC236}">
                <a16:creationId xmlns:a16="http://schemas.microsoft.com/office/drawing/2014/main" id="{823C6501-614E-4A80-BB86-0365E06DF83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524750" y="3000375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在此说明图片中的关键设计，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以及它如何回应项目目标。</a:t>
            </a:r>
          </a:p>
        </p:txBody>
      </p:sp>
      <p:sp>
        <p:nvSpPr>
          <p:cNvPr id="6" name="方案要点">
            <a:extLst xmlns:a="http://schemas.openxmlformats.org/drawingml/2006/main">
              <a:ext uri="{FF2B5EF4-FFF2-40B4-BE49-F238E27FC236}">
                <a16:creationId xmlns:a16="http://schemas.microsoft.com/office/drawing/2014/main" id="{3673D751-5751-4FD8-9AB4-61C2167079B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524750" y="4552950"/>
            <a:ext cx="3981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01  结构或功能特点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02  关键优势与应用价值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E3314419-078D-42A2-9017-64E3BC40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5489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2E6B412-751C-4914-B61A-89F542066B5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方案对比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EFFCE51-8A6D-4A74-BB0C-0FA77E069A9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E0EA"/>
                </a:solidFill>
                <a:latin typeface="Microsoft YaHei"/>
                <a:ea typeface="Microsoft YaHei"/>
                <a:cs typeface="Microsoft YaHei"/>
              </a:rPr>
              <a:t>在相同维度下比较方案，突出取舍依据。</a:t>
            </a:r>
          </a:p>
        </p:txBody>
      </p:sp>
      <p:sp>
        <p:nvSpPr>
          <p:cNvPr id="3" name="方案名称A">
            <a:extLst xmlns:a="http://schemas.openxmlformats.org/drawingml/2006/main">
              <a:ext uri="{FF2B5EF4-FFF2-40B4-BE49-F238E27FC236}">
                <a16:creationId xmlns:a16="http://schemas.microsoft.com/office/drawing/2014/main" id="{AE47D530-C3F8-4067-8AAE-8C861B96F35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6954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4" name="A维度0">
            <a:extLst xmlns:a="http://schemas.openxmlformats.org/drawingml/2006/main">
              <a:ext uri="{FF2B5EF4-FFF2-40B4-BE49-F238E27FC236}">
                <a16:creationId xmlns:a16="http://schemas.microsoft.com/office/drawing/2014/main" id="{8D835C67-012A-4CCD-9E00-079FCDAE6FE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5" name="A内容0">
            <a:extLst xmlns:a="http://schemas.openxmlformats.org/drawingml/2006/main">
              <a:ext uri="{FF2B5EF4-FFF2-40B4-BE49-F238E27FC236}">
                <a16:creationId xmlns:a16="http://schemas.microsoft.com/office/drawing/2014/main" id="{701F322F-E45C-4B35-B714-D9696312ABB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0955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6" name="A维度1">
            <a:extLst xmlns:a="http://schemas.openxmlformats.org/drawingml/2006/main">
              <a:ext uri="{FF2B5EF4-FFF2-40B4-BE49-F238E27FC236}">
                <a16:creationId xmlns:a16="http://schemas.microsoft.com/office/drawing/2014/main" id="{41836F45-DB9D-4076-BF71-8BA449CE549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7" name="A内容1">
            <a:extLst xmlns:a="http://schemas.openxmlformats.org/drawingml/2006/main">
              <a:ext uri="{FF2B5EF4-FFF2-40B4-BE49-F238E27FC236}">
                <a16:creationId xmlns:a16="http://schemas.microsoft.com/office/drawing/2014/main" id="{6AE14FBC-72EA-4396-88D5-FCF1BD419C4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8" name="A维度2">
            <a:extLst xmlns:a="http://schemas.openxmlformats.org/drawingml/2006/main">
              <a:ext uri="{FF2B5EF4-FFF2-40B4-BE49-F238E27FC236}">
                <a16:creationId xmlns:a16="http://schemas.microsoft.com/office/drawing/2014/main" id="{E3CEF644-D7FD-4768-A723-07C71CD4BFAA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858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9" name="A内容2">
            <a:extLst xmlns:a="http://schemas.openxmlformats.org/drawingml/2006/main">
              <a:ext uri="{FF2B5EF4-FFF2-40B4-BE49-F238E27FC236}">
                <a16:creationId xmlns:a16="http://schemas.microsoft.com/office/drawing/2014/main" id="{BA0A888C-A8B9-40E8-AC18-10ECE28D812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0955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  <p:sp>
        <p:nvSpPr>
          <p:cNvPr id="10" name="方案名称B">
            <a:extLst xmlns:a="http://schemas.openxmlformats.org/drawingml/2006/main">
              <a:ext uri="{FF2B5EF4-FFF2-40B4-BE49-F238E27FC236}">
                <a16:creationId xmlns:a16="http://schemas.microsoft.com/office/drawing/2014/main" id="{91F645C5-FC2A-4939-8F06-54B56452B3A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7715250" y="24098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11" name="B维度0">
            <a:extLst xmlns:a="http://schemas.openxmlformats.org/drawingml/2006/main">
              <a:ext uri="{FF2B5EF4-FFF2-40B4-BE49-F238E27FC236}">
                <a16:creationId xmlns:a16="http://schemas.microsoft.com/office/drawing/2014/main" id="{74E053A4-6D6B-45A9-B5ED-3259F521947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705600" y="3495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设计思路</a:t>
            </a:r>
          </a:p>
        </p:txBody>
      </p:sp>
      <p:sp>
        <p:nvSpPr>
          <p:cNvPr id="12" name="B内容0">
            <a:extLst xmlns:a="http://schemas.openxmlformats.org/drawingml/2006/main">
              <a:ext uri="{FF2B5EF4-FFF2-40B4-BE49-F238E27FC236}">
                <a16:creationId xmlns:a16="http://schemas.microsoft.com/office/drawing/2014/main" id="{4D059341-5432-45D3-B69A-52046AA3662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15300" y="349567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填写主要原理与实现方式。</a:t>
            </a:r>
          </a:p>
        </p:txBody>
      </p:sp>
      <p:sp>
        <p:nvSpPr>
          <p:cNvPr id="13" name="B维度1">
            <a:extLst xmlns:a="http://schemas.openxmlformats.org/drawingml/2006/main">
              <a:ext uri="{FF2B5EF4-FFF2-40B4-BE49-F238E27FC236}">
                <a16:creationId xmlns:a16="http://schemas.microsoft.com/office/drawing/2014/main" id="{F1BD2E27-54D2-4BC5-8706-B496BA81B3B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705600" y="4229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14" name="B内容1">
            <a:extLst xmlns:a="http://schemas.openxmlformats.org/drawingml/2006/main">
              <a:ext uri="{FF2B5EF4-FFF2-40B4-BE49-F238E27FC236}">
                <a16:creationId xmlns:a16="http://schemas.microsoft.com/office/drawing/2014/main" id="{88CC7E01-C17E-48B7-86B6-3A8B03AC223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15300" y="4229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填写适用条件与使用边界。</a:t>
            </a:r>
          </a:p>
        </p:txBody>
      </p:sp>
      <p:sp>
        <p:nvSpPr>
          <p:cNvPr id="15" name="B维度2">
            <a:extLst xmlns:a="http://schemas.openxmlformats.org/drawingml/2006/main">
              <a:ext uri="{FF2B5EF4-FFF2-40B4-BE49-F238E27FC236}">
                <a16:creationId xmlns:a16="http://schemas.microsoft.com/office/drawing/2014/main" id="{08DE4D59-52FA-4583-8529-DC4B453EED4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705600" y="4962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16" name="B内容2">
            <a:extLst xmlns:a="http://schemas.openxmlformats.org/drawingml/2006/main">
              <a:ext uri="{FF2B5EF4-FFF2-40B4-BE49-F238E27FC236}">
                <a16:creationId xmlns:a16="http://schemas.microsoft.com/office/drawing/2014/main" id="{CEF268A6-49AA-4A15-8C04-CAD5E36AFF1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115300" y="4962525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填写优点、限制与选择依据。</a:t>
            </a:r>
          </a:p>
        </p:txBody>
      </p:sp>
      <p:sp>
        <p:nvSpPr>
          <p:cNvPr id="17" name="页码">
            <a:extLst xmlns:a="http://schemas.openxmlformats.org/drawingml/2006/main">
              <a:ext uri="{FF2B5EF4-FFF2-40B4-BE49-F238E27FC236}">
                <a16:creationId xmlns:a16="http://schemas.microsoft.com/office/drawing/2014/main" id="{7AEE65ED-D35C-4722-9D28-C92443EC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4822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8D57E8D-E03D-44F9-9BAD-60B38131ADF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D51BC76-9DDC-4774-82C4-4C74B711529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用三个关键模块，清晰表达方案结构。</a:t>
            </a:r>
          </a:p>
        </p:txBody>
      </p:sp>
      <p:sp>
        <p:nvSpPr>
          <p:cNvPr id="3" name="模块标题0">
            <a:extLst xmlns:a="http://schemas.openxmlformats.org/drawingml/2006/main">
              <a:ext uri="{FF2B5EF4-FFF2-40B4-BE49-F238E27FC236}">
                <a16:creationId xmlns:a16="http://schemas.microsoft.com/office/drawing/2014/main" id="{167FD017-A870-4B6C-BC7C-4E3BB4FBE1E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9600" y="40005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机械结构</a:t>
            </a:r>
          </a:p>
        </p:txBody>
      </p:sp>
      <p:sp>
        <p:nvSpPr>
          <p:cNvPr id="4" name="模块说明0">
            <a:extLst xmlns:a="http://schemas.openxmlformats.org/drawingml/2006/main">
              <a:ext uri="{FF2B5EF4-FFF2-40B4-BE49-F238E27FC236}">
                <a16:creationId xmlns:a16="http://schemas.microsoft.com/office/drawing/2014/main" id="{4796E461-1F73-4788-A021-1730D4F6A10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09600" y="4705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结构组成与运动方式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关键尺寸或设计约束</a:t>
            </a:r>
          </a:p>
        </p:txBody>
      </p:sp>
      <p:sp>
        <p:nvSpPr>
          <p:cNvPr id="5" name="模块标题1">
            <a:extLst xmlns:a="http://schemas.openxmlformats.org/drawingml/2006/main">
              <a:ext uri="{FF2B5EF4-FFF2-40B4-BE49-F238E27FC236}">
                <a16:creationId xmlns:a16="http://schemas.microsoft.com/office/drawing/2014/main" id="{7DB06764-7F7F-46CF-90B5-3037C3BA3F6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667250" y="40005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控制系统</a:t>
            </a:r>
          </a:p>
        </p:txBody>
      </p:sp>
      <p:sp>
        <p:nvSpPr>
          <p:cNvPr id="6" name="模块说明1">
            <a:extLst xmlns:a="http://schemas.openxmlformats.org/drawingml/2006/main">
              <a:ext uri="{FF2B5EF4-FFF2-40B4-BE49-F238E27FC236}">
                <a16:creationId xmlns:a16="http://schemas.microsoft.com/office/drawing/2014/main" id="{25B0B44D-0982-4EA9-95B6-2E25A617A34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667250" y="4705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控制策略与执行流程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传感器和反馈机制</a:t>
            </a:r>
          </a:p>
        </p:txBody>
      </p:sp>
      <p:sp>
        <p:nvSpPr>
          <p:cNvPr id="7" name="模块标题2">
            <a:extLst xmlns:a="http://schemas.openxmlformats.org/drawingml/2006/main">
              <a:ext uri="{FF2B5EF4-FFF2-40B4-BE49-F238E27FC236}">
                <a16:creationId xmlns:a16="http://schemas.microsoft.com/office/drawing/2014/main" id="{A34C7B5B-0305-4644-9846-BA6CC3FFA09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724900" y="40005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算法策略</a:t>
            </a:r>
          </a:p>
        </p:txBody>
      </p:sp>
      <p:sp>
        <p:nvSpPr>
          <p:cNvPr id="8" name="模块说明2">
            <a:extLst xmlns:a="http://schemas.openxmlformats.org/drawingml/2006/main">
              <a:ext uri="{FF2B5EF4-FFF2-40B4-BE49-F238E27FC236}">
                <a16:creationId xmlns:a16="http://schemas.microsoft.com/office/drawing/2014/main" id="{A40E5031-D960-40B4-8849-5D888EF84611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724900" y="47053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任务规划与决策逻辑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关键算法和优化方向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5055B1EC-4FDD-4C56-9861-FEB8BDAA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59355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5DD870-6735-4337-A778-3EAC73BB5CC8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实施流程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465B23E8-8A32-41C9-A24B-9E907D3E3E9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E0EA"/>
                </a:solidFill>
                <a:latin typeface="Microsoft YaHei"/>
                <a:ea typeface="Microsoft YaHei"/>
                <a:cs typeface="Microsoft YaHei"/>
              </a:rPr>
              <a:t>从需求定义到测试验证，形成完整的工作闭环。</a:t>
            </a:r>
          </a:p>
        </p:txBody>
      </p:sp>
      <p:sp>
        <p:nvSpPr>
          <p:cNvPr id="3" name="流程标题0">
            <a:extLst xmlns:a="http://schemas.openxmlformats.org/drawingml/2006/main">
              <a:ext uri="{FF2B5EF4-FFF2-40B4-BE49-F238E27FC236}">
                <a16:creationId xmlns:a16="http://schemas.microsoft.com/office/drawing/2014/main" id="{303D454E-34F3-4031-AE31-356F62F346B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4" name="流程描述0">
            <a:extLst xmlns:a="http://schemas.openxmlformats.org/drawingml/2006/main">
              <a:ext uri="{FF2B5EF4-FFF2-40B4-BE49-F238E27FC236}">
                <a16:creationId xmlns:a16="http://schemas.microsoft.com/office/drawing/2014/main" id="{629A8647-789A-44AB-92CD-D43F1DC9F70B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场景与任务梳理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明确评价指标</a:t>
            </a:r>
          </a:p>
        </p:txBody>
      </p:sp>
      <p:sp>
        <p:nvSpPr>
          <p:cNvPr id="5" name="流程标题1">
            <a:extLst xmlns:a="http://schemas.openxmlformats.org/drawingml/2006/main">
              <a:ext uri="{FF2B5EF4-FFF2-40B4-BE49-F238E27FC236}">
                <a16:creationId xmlns:a16="http://schemas.microsoft.com/office/drawing/2014/main" id="{CFA681A2-5056-4F48-A61D-49E3F48DDB6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861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6" name="流程描述1">
            <a:extLst xmlns:a="http://schemas.openxmlformats.org/drawingml/2006/main">
              <a:ext uri="{FF2B5EF4-FFF2-40B4-BE49-F238E27FC236}">
                <a16:creationId xmlns:a16="http://schemas.microsoft.com/office/drawing/2014/main" id="{94636C8F-E07D-477D-A134-E2F246DE3DA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4861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结构与系统设计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确定技术路线</a:t>
            </a:r>
          </a:p>
        </p:txBody>
      </p:sp>
      <p:sp>
        <p:nvSpPr>
          <p:cNvPr id="7" name="流程标题2">
            <a:extLst xmlns:a="http://schemas.openxmlformats.org/drawingml/2006/main">
              <a:ext uri="{FF2B5EF4-FFF2-40B4-BE49-F238E27FC236}">
                <a16:creationId xmlns:a16="http://schemas.microsoft.com/office/drawing/2014/main" id="{47615FBD-F5BA-4DA7-BF65-70DB229278D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28650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样机实现</a:t>
            </a:r>
          </a:p>
        </p:txBody>
      </p:sp>
      <p:sp>
        <p:nvSpPr>
          <p:cNvPr id="8" name="流程描述2">
            <a:extLst xmlns:a="http://schemas.openxmlformats.org/drawingml/2006/main">
              <a:ext uri="{FF2B5EF4-FFF2-40B4-BE49-F238E27FC236}">
                <a16:creationId xmlns:a16="http://schemas.microsoft.com/office/drawing/2014/main" id="{732F0C3F-3E3F-4AF8-997F-0AA764CDA4F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8650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加工装配与开发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完成系统集成</a:t>
            </a:r>
          </a:p>
        </p:txBody>
      </p:sp>
      <p:sp>
        <p:nvSpPr>
          <p:cNvPr id="9" name="流程标题3">
            <a:extLst xmlns:a="http://schemas.openxmlformats.org/drawingml/2006/main">
              <a:ext uri="{FF2B5EF4-FFF2-40B4-BE49-F238E27FC236}">
                <a16:creationId xmlns:a16="http://schemas.microsoft.com/office/drawing/2014/main" id="{0957670D-7255-4170-AB1F-8BE962725A1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9086850" y="3629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测试迭代</a:t>
            </a:r>
          </a:p>
        </p:txBody>
      </p:sp>
      <p:sp>
        <p:nvSpPr>
          <p:cNvPr id="10" name="流程描述3">
            <a:extLst xmlns:a="http://schemas.openxmlformats.org/drawingml/2006/main">
              <a:ext uri="{FF2B5EF4-FFF2-40B4-BE49-F238E27FC236}">
                <a16:creationId xmlns:a16="http://schemas.microsoft.com/office/drawing/2014/main" id="{275E7F29-9D8F-46F7-AF40-E4F89147854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9086850" y="4438650"/>
            <a:ext cx="2419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实验验证与复盘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持续优化方案</a:t>
            </a:r>
          </a:p>
        </p:txBody>
      </p:sp>
      <p:sp>
        <p:nvSpPr>
          <p:cNvPr id="11" name="页码">
            <a:extLst xmlns:a="http://schemas.openxmlformats.org/drawingml/2006/main">
              <a:ext uri="{FF2B5EF4-FFF2-40B4-BE49-F238E27FC236}">
                <a16:creationId xmlns:a16="http://schemas.microsoft.com/office/drawing/2014/main" id="{2229CB66-A015-4016-A9A1-0A5164C7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2892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77277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64D1D67-A69E-4992-A2F4-F8FE84CA116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23CEB1C-AB3E-4B1A-9732-1151A00F494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示例数据 · 请替换为实际测试结果</a:t>
            </a:r>
          </a:p>
        </p:txBody>
      </p:sp>
      <p:sp>
        <p:nvSpPr>
          <p:cNvPr id="3" name="指标数值0">
            <a:extLst xmlns:a="http://schemas.openxmlformats.org/drawingml/2006/main">
              <a:ext uri="{FF2B5EF4-FFF2-40B4-BE49-F238E27FC236}">
                <a16:creationId xmlns:a16="http://schemas.microsoft.com/office/drawing/2014/main" id="{FA1A7231-881F-4DB8-8FEB-249259F4881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85800" y="2552700"/>
            <a:ext cx="133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FD000"/>
                </a:solidFill>
                <a:latin typeface="Microsoft YaHei"/>
                <a:ea typeface="Microsoft YaHei"/>
                <a:cs typeface="Microsoft YaHei"/>
              </a:rPr>
              <a:t>92</a:t>
            </a:r>
          </a:p>
        </p:txBody>
      </p:sp>
      <p:sp>
        <p:nvSpPr>
          <p:cNvPr id="4" name="指标单位0">
            <a:extLst xmlns:a="http://schemas.openxmlformats.org/drawingml/2006/main">
              <a:ext uri="{FF2B5EF4-FFF2-40B4-BE49-F238E27FC236}">
                <a16:creationId xmlns:a16="http://schemas.microsoft.com/office/drawing/2014/main" id="{EB240827-C233-4EA9-A5FD-F0EC7E20457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162175" y="31623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D000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5" name="指标名称0">
            <a:extLst xmlns:a="http://schemas.openxmlformats.org/drawingml/2006/main">
              <a:ext uri="{FF2B5EF4-FFF2-40B4-BE49-F238E27FC236}">
                <a16:creationId xmlns:a16="http://schemas.microsoft.com/office/drawing/2014/main" id="{6D411977-F8F3-4F09-9763-623CF3399322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任务成功率</a:t>
            </a:r>
          </a:p>
        </p:txBody>
      </p:sp>
      <p:sp>
        <p:nvSpPr>
          <p:cNvPr id="6" name="指标说明0">
            <a:extLst xmlns:a="http://schemas.openxmlformats.org/drawingml/2006/main">
              <a:ext uri="{FF2B5EF4-FFF2-40B4-BE49-F238E27FC236}">
                <a16:creationId xmlns:a16="http://schemas.microsoft.com/office/drawing/2014/main" id="{0F564F45-40A6-4DD1-BC13-94537BFD1BB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CD8EC"/>
                </a:solidFill>
                <a:latin typeface="Microsoft YaHei"/>
                <a:ea typeface="Microsoft YaHei"/>
                <a:cs typeface="Microsoft YaHei"/>
              </a:rPr>
              <a:t>在此补充样本量与测试条件</a:t>
            </a:r>
          </a:p>
        </p:txBody>
      </p:sp>
      <p:sp>
        <p:nvSpPr>
          <p:cNvPr id="7" name="指标数值1">
            <a:extLst xmlns:a="http://schemas.openxmlformats.org/drawingml/2006/main">
              <a:ext uri="{FF2B5EF4-FFF2-40B4-BE49-F238E27FC236}">
                <a16:creationId xmlns:a16="http://schemas.microsoft.com/office/drawing/2014/main" id="{BC5716FC-AC2D-41AE-A074-D5326D065F4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419600" y="2552700"/>
            <a:ext cx="1666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82DDD8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8" name="指标单位1">
            <a:extLst xmlns:a="http://schemas.openxmlformats.org/drawingml/2006/main">
              <a:ext uri="{FF2B5EF4-FFF2-40B4-BE49-F238E27FC236}">
                <a16:creationId xmlns:a16="http://schemas.microsoft.com/office/drawing/2014/main" id="{2EC5EF6E-E687-40B6-9629-5013C6DEDA0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200775" y="31623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82DDD8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9" name="指标名称1">
            <a:extLst xmlns:a="http://schemas.openxmlformats.org/drawingml/2006/main">
              <a:ext uri="{FF2B5EF4-FFF2-40B4-BE49-F238E27FC236}">
                <a16:creationId xmlns:a16="http://schemas.microsoft.com/office/drawing/2014/main" id="{9CDDFA7A-DCB9-4A70-9D5D-AA69C00A379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平均响应时间</a:t>
            </a:r>
          </a:p>
        </p:txBody>
      </p:sp>
      <p:sp>
        <p:nvSpPr>
          <p:cNvPr id="10" name="指标说明1">
            <a:extLst xmlns:a="http://schemas.openxmlformats.org/drawingml/2006/main">
              <a:ext uri="{FF2B5EF4-FFF2-40B4-BE49-F238E27FC236}">
                <a16:creationId xmlns:a16="http://schemas.microsoft.com/office/drawing/2014/main" id="{B4BF19F2-BF91-4BD2-B1E3-2C186A22B83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CD8EC"/>
                </a:solidFill>
                <a:latin typeface="Microsoft YaHei"/>
                <a:ea typeface="Microsoft YaHei"/>
                <a:cs typeface="Microsoft YaHei"/>
              </a:rPr>
              <a:t>在此补充统计口径与测量方法</a:t>
            </a:r>
          </a:p>
        </p:txBody>
      </p:sp>
      <p:sp>
        <p:nvSpPr>
          <p:cNvPr id="11" name="指标数值2">
            <a:extLst xmlns:a="http://schemas.openxmlformats.org/drawingml/2006/main">
              <a:ext uri="{FF2B5EF4-FFF2-40B4-BE49-F238E27FC236}">
                <a16:creationId xmlns:a16="http://schemas.microsoft.com/office/drawing/2014/main" id="{B72DA0D7-ADF3-4983-A86F-7CFA023C67E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153400" y="2552700"/>
            <a:ext cx="1381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FC1D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2" name="指标单位2">
            <a:extLst xmlns:a="http://schemas.openxmlformats.org/drawingml/2006/main">
              <a:ext uri="{FF2B5EF4-FFF2-40B4-BE49-F238E27FC236}">
                <a16:creationId xmlns:a16="http://schemas.microsoft.com/office/drawing/2014/main" id="{F36B014C-1AC1-47D1-9F8B-66C52E84D28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658350" y="31623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C1D5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13" name="指标名称2">
            <a:extLst xmlns:a="http://schemas.openxmlformats.org/drawingml/2006/main">
              <a:ext uri="{FF2B5EF4-FFF2-40B4-BE49-F238E27FC236}">
                <a16:creationId xmlns:a16="http://schemas.microsoft.com/office/drawing/2014/main" id="{5A03DD6C-1EF0-4B86-A0C5-37742D38B20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435292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连续运行时长</a:t>
            </a:r>
          </a:p>
        </p:txBody>
      </p:sp>
      <p:sp>
        <p:nvSpPr>
          <p:cNvPr id="14" name="指标说明2">
            <a:extLst xmlns:a="http://schemas.openxmlformats.org/drawingml/2006/main">
              <a:ext uri="{FF2B5EF4-FFF2-40B4-BE49-F238E27FC236}">
                <a16:creationId xmlns:a16="http://schemas.microsoft.com/office/drawing/2014/main" id="{34509697-C9E9-4E11-BC1C-3AF44898BFC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057775"/>
            <a:ext cx="335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CD8EC"/>
                </a:solidFill>
                <a:latin typeface="Microsoft YaHei"/>
                <a:ea typeface="Microsoft YaHei"/>
                <a:cs typeface="Microsoft YaHei"/>
              </a:rPr>
              <a:t>在此补充测试环境与运行状态</a:t>
            </a:r>
          </a:p>
        </p:txBody>
      </p:sp>
      <p:sp>
        <p:nvSpPr>
          <p:cNvPr id="15" name="页码">
            <a:extLst xmlns:a="http://schemas.openxmlformats.org/drawingml/2006/main">
              <a:ext uri="{FF2B5EF4-FFF2-40B4-BE49-F238E27FC236}">
                <a16:creationId xmlns:a16="http://schemas.microsoft.com/office/drawing/2014/main" id="{A4C3835F-E8A9-45F5-ABAA-D42CC3D1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3029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65273DF-4EB9-4F9A-AEB6-79480DCF49A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测试结果对比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627BB8B3-E7C3-4191-BCF7-2F03E5D4029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示例数据 · 得分（0–100）</a:t>
            </a:r>
          </a:p>
        </p:txBody>
      </p:sp>
      <p:sp>
        <p:nvSpPr>
          <p:cNvPr id="3" name="图表结论">
            <a:extLst xmlns:a="http://schemas.openxmlformats.org/drawingml/2006/main">
              <a:ext uri="{FF2B5EF4-FFF2-40B4-BE49-F238E27FC236}">
                <a16:creationId xmlns:a16="http://schemas.microsoft.com/office/drawing/2014/main" id="{1A7FA574-FE37-43F8-8EF3-228E16437B3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43975" y="2409825"/>
            <a:ext cx="2562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53D50"/>
                </a:solidFill>
                <a:latin typeface="Microsoft YaHei"/>
                <a:ea typeface="Microsoft YaHei"/>
                <a:cs typeface="Microsoft YaHei"/>
              </a:rPr>
              <a:t>在此填写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53D50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" name="图表说明">
            <a:extLst xmlns:a="http://schemas.openxmlformats.org/drawingml/2006/main">
              <a:ext uri="{FF2B5EF4-FFF2-40B4-BE49-F238E27FC236}">
                <a16:creationId xmlns:a16="http://schemas.microsoft.com/office/drawing/2014/main" id="{5CCD1B93-EF26-4136-A132-773B228EB73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943975" y="4019550"/>
            <a:ext cx="25622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结合测试数据，说明变化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趋势、差异原因与改进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方向。</a:t>
            </a:r>
          </a:p>
        </p:txBody>
      </p:sp>
      <p:sp>
        <p:nvSpPr>
          <p:cNvPr id="5" name="页码">
            <a:extLst xmlns:a="http://schemas.openxmlformats.org/drawingml/2006/main">
              <a:ext uri="{FF2B5EF4-FFF2-40B4-BE49-F238E27FC236}">
                <a16:creationId xmlns:a16="http://schemas.microsoft.com/office/drawing/2014/main" id="{8534F441-ABA1-418C-88DF-2331243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7858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9acfb20d894a34"/>
          </a:graphicData>
        </a:graphic>
      </p:graphicFrame>
    </p:spTree>
    <p:extLst>
      <p:ext uri="{BB962C8B-B14F-4D97-AF65-F5344CB8AC3E}">
        <p14:creationId xmlns:p14="http://schemas.microsoft.com/office/powerpoint/2010/main" val="10154347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C819C0-4910-4DF4-AEF2-DD0787ED447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D6F4A06A-557B-497E-8E12-A9315E00A7F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统一整理参数、目标与验证方式。</a:t>
            </a:r>
          </a:p>
        </p:txBody>
      </p:sp>
      <p:sp>
        <p:nvSpPr>
          <p:cNvPr id="3" name="页码">
            <a:extLst xmlns:a="http://schemas.openxmlformats.org/drawingml/2006/main">
              <a:ext uri="{FF2B5EF4-FFF2-40B4-BE49-F238E27FC236}">
                <a16:creationId xmlns:a16="http://schemas.microsoft.com/office/drawing/2014/main" id="{B213530F-3FE2-49B6-81FD-B815C73B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2076450"/>
                <a:gridCol w="2076450"/>
                <a:gridCol w="3409950"/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 / 项目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D7EBEC"/>
                      </a:solidFill>
                      <a:prstDash val="solid"/>
                    </a:lnL>
                    <a:lnR w="19050">
                      <a:solidFill>
                        <a:srgbClr val="D7EBEC"/>
                      </a:solidFill>
                      <a:prstDash val="solid"/>
                    </a:lnR>
                    <a:lnT w="19050">
                      <a:solidFill>
                        <a:srgbClr val="D7EBEC"/>
                      </a:solidFill>
                      <a:prstDash val="solid"/>
                    </a:lnT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目标值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T w="19050">
                      <a:solidFill>
                        <a:srgbClr val="D7EBEC"/>
                      </a:solidFill>
                      <a:prstDash val="solid"/>
                    </a:lnT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实测值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T w="19050">
                      <a:solidFill>
                        <a:srgbClr val="D7EBEC"/>
                      </a:solidFill>
                      <a:prstDash val="solid"/>
                    </a:lnT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验证方式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T w="19050">
                      <a:solidFill>
                        <a:srgbClr val="D7EBEC"/>
                      </a:solidFill>
                      <a:prstDash val="solid"/>
                    </a:lnT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006AA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定位精度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D7EBEC"/>
                      </a:solidFill>
                      <a:prstDash val="solid"/>
                    </a:lnL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填写测试方法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响应时间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D7EBEC"/>
                      </a:solidFill>
                      <a:prstDash val="solid"/>
                    </a:lnL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填写统计口径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额定负载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D7EBEC"/>
                      </a:solidFill>
                      <a:prstDash val="solid"/>
                    </a:lnL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填写测试条件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BDDAD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运行稳定性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D7EBEC"/>
                      </a:solidFill>
                      <a:prstDash val="solid"/>
                    </a:lnL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填写评价标准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D7EBEC"/>
                      </a:solidFill>
                      <a:prstDash val="solid"/>
                    </a:lnR>
                    <a:lnB w="19050">
                      <a:solidFill>
                        <a:srgbClr val="D7EBEC"/>
                      </a:solidFill>
                      <a:prstDash val="solid"/>
                    </a:lnB>
                    <a:solidFill>
                      <a:srgbClr val="E7F0EE"/>
                    </a:solidFill>
                  </a:tcPr>
                </a:tc>
              </a:tr>
            </a:tbl>
          </a:graphicData>
        </a:graphic>
      </p:graphicFrame>
      <p:sp>
        <p:nvSpPr>
          <p:cNvPr id="5" name="表格备注">
            <a:extLst xmlns:a="http://schemas.openxmlformats.org/drawingml/2006/main">
              <a:ext uri="{FF2B5EF4-FFF2-40B4-BE49-F238E27FC236}">
                <a16:creationId xmlns:a16="http://schemas.microsoft.com/office/drawing/2014/main" id="{899853E6-2EA4-419E-B575-0A9C748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备注：在此补充单位、测试环境及必要说明。</a:t>
            </a:r>
          </a:p>
        </p:txBody>
      </p:sp>
    </p:spTree>
    <p:extLst>
      <p:ext uri="{BB962C8B-B14F-4D97-AF65-F5344CB8AC3E}">
        <p14:creationId xmlns:p14="http://schemas.microsoft.com/office/powerpoint/2010/main" val="1636621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2D3F9E0-AB3A-46C4-9739-34E9BCC5E0E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进度计划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EFDF5A73-B695-4D0C-86C4-2A6F1002BDD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E0EA"/>
                </a:solidFill>
                <a:latin typeface="Microsoft YaHei"/>
                <a:ea typeface="Microsoft YaHei"/>
                <a:cs typeface="Microsoft YaHei"/>
              </a:rPr>
              <a:t>明确每一阶段的任务、负责人和交付结果。</a:t>
            </a:r>
          </a:p>
        </p:txBody>
      </p:sp>
      <p:sp>
        <p:nvSpPr>
          <p:cNvPr id="3" name="页码">
            <a:extLst xmlns:a="http://schemas.openxmlformats.org/drawingml/2006/main">
              <a:ext uri="{FF2B5EF4-FFF2-40B4-BE49-F238E27FC236}">
                <a16:creationId xmlns:a16="http://schemas.microsoft.com/office/drawing/2014/main" id="{EB95F84E-E79C-4405-AD6E-AAD44919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3675"/>
                <a:gridCol w="2000250"/>
                <a:gridCol w="2676525"/>
                <a:gridCol w="340995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3EAD4"/>
                      </a:solidFill>
                      <a:prstDash val="solid"/>
                    </a:lnL>
                    <a:lnR w="19050">
                      <a:solidFill>
                        <a:srgbClr val="F3EAD4"/>
                      </a:solidFill>
                      <a:prstDash val="solid"/>
                    </a:lnR>
                    <a:lnT w="19050">
                      <a:solidFill>
                        <a:srgbClr val="F3EAD4"/>
                      </a:solidFill>
                      <a:prstDash val="solid"/>
                    </a:lnT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CE0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时间安排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T w="19050">
                      <a:solidFill>
                        <a:srgbClr val="F3EAD4"/>
                      </a:solidFill>
                      <a:prstDash val="solid"/>
                    </a:lnT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CE0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T w="19050">
                      <a:solidFill>
                        <a:srgbClr val="F3EAD4"/>
                      </a:solidFill>
                      <a:prstDash val="solid"/>
                    </a:lnT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CE0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T w="19050">
                      <a:solidFill>
                        <a:srgbClr val="F3EAD4"/>
                      </a:solidFill>
                      <a:prstDash val="solid"/>
                    </a:lnT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CE00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需求与调研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3EAD4"/>
                      </a:solidFill>
                      <a:prstDash val="solid"/>
                    </a:lnL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1–2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需求说明 / 评价指标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设计与实现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3EAD4"/>
                      </a:solidFill>
                      <a:prstDash val="solid"/>
                    </a:lnL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3–5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方案文档 / 样机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测试与优化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3EAD4"/>
                      </a:solidFill>
                      <a:prstDash val="solid"/>
                    </a:lnL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6–7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测试记录 / 改进清单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E5D5B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总结与交付</a:t>
                      </a:r>
                    </a:p>
                  </a:txBody>
                  <a:tcPr marL="209550" marR="171450" marT="133350" marB="133350" anchor="ctr">
                    <a:lnL w="19050">
                      <a:solidFill>
                        <a:srgbClr val="F3EAD4"/>
                      </a:solidFill>
                      <a:prstDash val="solid"/>
                    </a:lnL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8 周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填写关键任务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6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 / 演示成果</a:t>
                      </a:r>
                    </a:p>
                  </a:txBody>
                  <a:tcPr marL="209550" marR="171450" marT="133350" marB="133350" anchor="ctr">
                    <a:lnR w="19050">
                      <a:solidFill>
                        <a:srgbClr val="F3EAD4"/>
                      </a:solidFill>
                      <a:prstDash val="solid"/>
                    </a:lnR>
                    <a:lnB w="19050">
                      <a:solidFill>
                        <a:srgbClr val="F3EAD4"/>
                      </a:solidFill>
                      <a:prstDash val="solid"/>
                    </a:lnB>
                    <a:solidFill>
                      <a:srgbClr val="F5EDDC"/>
                    </a:solidFill>
                  </a:tcPr>
                </a:tc>
              </a:tr>
            </a:tbl>
          </a:graphicData>
        </a:graphic>
      </p:graphicFrame>
      <p:sp>
        <p:nvSpPr>
          <p:cNvPr id="5" name="计划备注">
            <a:extLst xmlns:a="http://schemas.openxmlformats.org/drawingml/2006/main">
              <a:ext uri="{FF2B5EF4-FFF2-40B4-BE49-F238E27FC236}">
                <a16:creationId xmlns:a16="http://schemas.microsoft.com/office/drawing/2014/main" id="{82A0386D-F16C-4565-9B1B-9541914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负责人：________    关键节点：________    协作事项：________</a:t>
            </a:r>
          </a:p>
        </p:txBody>
      </p:sp>
    </p:spTree>
    <p:extLst>
      <p:ext uri="{BB962C8B-B14F-4D97-AF65-F5344CB8AC3E}">
        <p14:creationId xmlns:p14="http://schemas.microsoft.com/office/powerpoint/2010/main" val="982587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7EB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DA247E-798B-4296-8958-C430DA71BE3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85800" y="8858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2" name="页面导语">
            <a:extLst xmlns:a="http://schemas.openxmlformats.org/drawingml/2006/main">
              <a:ext uri="{FF2B5EF4-FFF2-40B4-BE49-F238E27FC236}">
                <a16:creationId xmlns:a16="http://schemas.microsoft.com/office/drawing/2014/main" id="{800D03F2-B425-4B0B-AE2B-45592FC1094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800" y="156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1EDF0"/>
                </a:solidFill>
                <a:latin typeface="Microsoft YaHei"/>
                <a:ea typeface="Microsoft YaHei"/>
                <a:cs typeface="Microsoft YaHei"/>
              </a:rPr>
              <a:t>清晰的职责分工，让协作更高效。</a:t>
            </a:r>
          </a:p>
        </p:txBody>
      </p:sp>
      <p:sp>
        <p:nvSpPr>
          <p:cNvPr id="3" name="成员照片0">
            <a:extLst xmlns:a="http://schemas.openxmlformats.org/drawingml/2006/main">
              <a:ext uri="{FF2B5EF4-FFF2-40B4-BE49-F238E27FC236}">
                <a16:creationId xmlns:a16="http://schemas.microsoft.com/office/drawing/2014/main" id="{07AE8A72-96FA-4D9E-ADF5-B6C10E2C92E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858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E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4" name="成员姓名0">
            <a:extLst xmlns:a="http://schemas.openxmlformats.org/drawingml/2006/main">
              <a:ext uri="{FF2B5EF4-FFF2-40B4-BE49-F238E27FC236}">
                <a16:creationId xmlns:a16="http://schemas.microsoft.com/office/drawing/2014/main" id="{8D066CF1-033D-47F8-84B5-37271DB012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858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成员一</a:t>
            </a:r>
          </a:p>
        </p:txBody>
      </p:sp>
      <p:sp>
        <p:nvSpPr>
          <p:cNvPr id="5" name="成员职责0">
            <a:extLst xmlns:a="http://schemas.openxmlformats.org/drawingml/2006/main">
              <a:ext uri="{FF2B5EF4-FFF2-40B4-BE49-F238E27FC236}">
                <a16:creationId xmlns:a16="http://schemas.microsoft.com/office/drawing/2014/main" id="{7064AF05-4382-4D8A-8280-05D798687FE8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858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6AAB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6" name="成员说明0">
            <a:extLst xmlns:a="http://schemas.openxmlformats.org/drawingml/2006/main">
              <a:ext uri="{FF2B5EF4-FFF2-40B4-BE49-F238E27FC236}">
                <a16:creationId xmlns:a16="http://schemas.microsoft.com/office/drawing/2014/main" id="{FF85A211-3BF0-42B1-B3D1-51EA67286E4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负责结构设计与样机实现</a:t>
            </a:r>
          </a:p>
        </p:txBody>
      </p:sp>
      <p:sp>
        <p:nvSpPr>
          <p:cNvPr id="7" name="成员照片1">
            <a:extLst xmlns:a="http://schemas.openxmlformats.org/drawingml/2006/main">
              <a:ext uri="{FF2B5EF4-FFF2-40B4-BE49-F238E27FC236}">
                <a16:creationId xmlns:a16="http://schemas.microsoft.com/office/drawing/2014/main" id="{C0D9AFA2-01FC-44CA-BBEC-EC2B258BC2DB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44196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B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8" name="成员姓名1">
            <a:extLst xmlns:a="http://schemas.openxmlformats.org/drawingml/2006/main">
              <a:ext uri="{FF2B5EF4-FFF2-40B4-BE49-F238E27FC236}">
                <a16:creationId xmlns:a16="http://schemas.microsoft.com/office/drawing/2014/main" id="{FB90B0A3-9003-48EA-B056-B9923A9E915F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4196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成员二</a:t>
            </a:r>
          </a:p>
        </p:txBody>
      </p:sp>
      <p:sp>
        <p:nvSpPr>
          <p:cNvPr id="9" name="成员职责1">
            <a:extLst xmlns:a="http://schemas.openxmlformats.org/drawingml/2006/main">
              <a:ext uri="{FF2B5EF4-FFF2-40B4-BE49-F238E27FC236}">
                <a16:creationId xmlns:a16="http://schemas.microsoft.com/office/drawing/2014/main" id="{70C1C090-55EA-4F54-9B39-3E187698610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196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4B8BC"/>
                </a:solidFill>
                <a:latin typeface="Microsoft YaHei"/>
                <a:ea typeface="Microsoft YaHei"/>
                <a:cs typeface="Microsoft YaHei"/>
              </a:rPr>
              <a:t>电控开发</a:t>
            </a:r>
          </a:p>
        </p:txBody>
      </p:sp>
      <p:sp>
        <p:nvSpPr>
          <p:cNvPr id="10" name="成员说明1">
            <a:extLst xmlns:a="http://schemas.openxmlformats.org/drawingml/2006/main">
              <a:ext uri="{FF2B5EF4-FFF2-40B4-BE49-F238E27FC236}">
                <a16:creationId xmlns:a16="http://schemas.microsoft.com/office/drawing/2014/main" id="{BDF8207C-9B9E-41FC-9811-D17F2A85A9F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4196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负责硬件集成与控制系统</a:t>
            </a:r>
          </a:p>
        </p:txBody>
      </p:sp>
      <p:sp>
        <p:nvSpPr>
          <p:cNvPr id="11" name="成员照片2">
            <a:extLst xmlns:a="http://schemas.openxmlformats.org/drawingml/2006/main">
              <a:ext uri="{FF2B5EF4-FFF2-40B4-BE49-F238E27FC236}">
                <a16:creationId xmlns:a16="http://schemas.microsoft.com/office/drawing/2014/main" id="{A2E6AE05-10F0-4B1B-8EEC-E2B02BDE682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153400" y="2257425"/>
            <a:ext cx="3352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E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28600" tIns="0" rIns="2286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成员照片</a:t>
            </a:r>
          </a:p>
        </p:txBody>
      </p:sp>
      <p:sp>
        <p:nvSpPr>
          <p:cNvPr id="12" name="成员姓名2">
            <a:extLst xmlns:a="http://schemas.openxmlformats.org/drawingml/2006/main">
              <a:ext uri="{FF2B5EF4-FFF2-40B4-BE49-F238E27FC236}">
                <a16:creationId xmlns:a16="http://schemas.microsoft.com/office/drawing/2014/main" id="{08BC8D11-EF11-4869-B31F-DB192C7DB5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3400" y="48006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64D"/>
                </a:solidFill>
                <a:latin typeface="Microsoft YaHei"/>
                <a:ea typeface="Microsoft YaHei"/>
                <a:cs typeface="Microsoft YaHei"/>
              </a:rPr>
              <a:t>姓名 / 成员三</a:t>
            </a:r>
          </a:p>
        </p:txBody>
      </p:sp>
      <p:sp>
        <p:nvSpPr>
          <p:cNvPr id="13" name="成员职责2">
            <a:extLst xmlns:a="http://schemas.openxmlformats.org/drawingml/2006/main">
              <a:ext uri="{FF2B5EF4-FFF2-40B4-BE49-F238E27FC236}">
                <a16:creationId xmlns:a16="http://schemas.microsoft.com/office/drawing/2014/main" id="{725C9AFC-DDE9-4E67-892E-27CF40428A5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153400" y="53054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50050"/>
                </a:solidFill>
                <a:latin typeface="Microsoft YaHei"/>
                <a:ea typeface="Microsoft YaHei"/>
                <a:cs typeface="Microsoft YaHei"/>
              </a:rPr>
              <a:t>算法与测试</a:t>
            </a:r>
          </a:p>
        </p:txBody>
      </p:sp>
      <p:sp>
        <p:nvSpPr>
          <p:cNvPr id="14" name="成员说明2">
            <a:extLst xmlns:a="http://schemas.openxmlformats.org/drawingml/2006/main">
              <a:ext uri="{FF2B5EF4-FFF2-40B4-BE49-F238E27FC236}">
                <a16:creationId xmlns:a16="http://schemas.microsoft.com/office/drawing/2014/main" id="{E5496FBE-0164-411A-938F-8121023D8F9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153400" y="573405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E79"/>
                </a:solidFill>
                <a:latin typeface="Microsoft YaHei"/>
                <a:ea typeface="Microsoft YaHei"/>
                <a:cs typeface="Microsoft YaHei"/>
              </a:rPr>
              <a:t>负责策略开发与测试验证</a:t>
            </a:r>
          </a:p>
        </p:txBody>
      </p:sp>
      <p:sp>
        <p:nvSpPr>
          <p:cNvPr id="15" name="页码">
            <a:extLst xmlns:a="http://schemas.openxmlformats.org/drawingml/2006/main">
              <a:ext uri="{FF2B5EF4-FFF2-40B4-BE49-F238E27FC236}">
                <a16:creationId xmlns:a16="http://schemas.microsoft.com/office/drawing/2014/main" id="{99663C82-8F85-490A-8BBF-1C08B02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D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2184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6AA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AD48120-3EC3-4DAB-9FB3-373FB3D4C66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609600" y="2381250"/>
            <a:ext cx="65913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让创意，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成为现实。</a:t>
            </a:r>
          </a:p>
        </p:txBody>
      </p:sp>
      <p:sp>
        <p:nvSpPr>
          <p:cNvPr id="2" name="结束副标题">
            <a:extLst xmlns:a="http://schemas.openxmlformats.org/drawingml/2006/main">
              <a:ext uri="{FF2B5EF4-FFF2-40B4-BE49-F238E27FC236}">
                <a16:creationId xmlns:a16="http://schemas.microsoft.com/office/drawing/2014/main" id="{2BF15EFF-98E1-4926-ADAC-4B0DF58F078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66750" y="45529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2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  /  欢迎交流</a:t>
            </a:r>
          </a:p>
        </p:txBody>
      </p:sp>
      <p:sp>
        <p:nvSpPr>
          <p:cNvPr id="3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4318983A-9837-4550-8FE3-587E23900C3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66750" y="6181725"/>
            <a:ext cx="657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团队名称   /   联系方式</a:t>
            </a:r>
          </a:p>
        </p:txBody>
      </p:sp>
    </p:spTree>
    <p:extLst>
      <p:ext uri="{BB962C8B-B14F-4D97-AF65-F5344CB8AC3E}">
        <p14:creationId xmlns:p14="http://schemas.microsoft.com/office/powerpoint/2010/main" val="1347047974"/>
      </p:ext>
    </p:extLst>
  </p:cSld>
</p:sld>
</file>

<file path=ppt/theme/theme1.xml><?xml version="1.0" encoding="utf-8"?>
<a:theme xmlns:a="http://schemas.openxmlformats.org/drawingml/2006/main" name="ChatGPT">
  <a:themeElements>
    <a:clrScheme name="ROBOCON · 清简">
      <a:dk1>
        <a:srgbClr val="102F42"/>
      </a:dk1>
      <a:lt1>
        <a:srgbClr val="FFFFFF"/>
      </a:lt1>
      <a:dk2>
        <a:srgbClr val="18364D"/>
      </a:dk2>
      <a:lt2>
        <a:srgbClr val="F1F7F7"/>
      </a:lt2>
      <a:accent1>
        <a:srgbClr val="006AAB"/>
      </a:accent1>
      <a:accent2>
        <a:srgbClr val="54B8BC"/>
      </a:accent2>
      <a:accent3>
        <a:srgbClr val="D50050"/>
      </a:accent3>
      <a:accent4>
        <a:srgbClr val="F9BD00"/>
      </a:accent4>
      <a:accent5>
        <a:srgbClr val="009A56"/>
      </a:accent5>
      <a:accent6>
        <a:srgbClr val="87208D"/>
      </a:accent6>
      <a:hlink>
        <a:srgbClr val="006AAB"/>
      </a:hlink>
      <a:folHlink>
        <a:srgbClr val="87208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OBOCON · 清简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2026-09-23T14:21:45.5470000Z</dcterms:created>
  <dcterms:modified xsi:type="dcterms:W3CDTF">2026-09-23T14:21:45.5470000Z</dcterms:modified>
</coreProperties>
</file>